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1" r:id="rId2"/>
    <p:sldId id="272" r:id="rId3"/>
    <p:sldId id="273" r:id="rId4"/>
    <p:sldId id="274" r:id="rId5"/>
    <p:sldId id="275" r:id="rId6"/>
    <p:sldId id="276" r:id="rId7"/>
  </p:sldIdLst>
  <p:sldSz cx="6580188" cy="8777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64" userDrawn="1">
          <p15:clr>
            <a:srgbClr val="A4A3A4"/>
          </p15:clr>
        </p15:guide>
        <p15:guide id="2" pos="2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012"/>
    <a:srgbClr val="B0947C"/>
    <a:srgbClr val="8F542A"/>
    <a:srgbClr val="5E2A14"/>
    <a:srgbClr val="502D17"/>
    <a:srgbClr val="3B7638"/>
    <a:srgbClr val="7B694E"/>
    <a:srgbClr val="EFE6E1"/>
    <a:srgbClr val="387638"/>
    <a:srgbClr val="F8F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7E59B-38BF-441E-8CBF-46A447CC8E7A}" v="1" dt="2026-03-25T13:33:44.970"/>
    <p1510:client id="{C04C3CF5-532A-4786-A722-1A8C9AEECE1C}" v="2" dt="2026-03-25T21:56:22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23" autoAdjust="0"/>
  </p:normalViewPr>
  <p:slideViewPr>
    <p:cSldViewPr snapToGrid="0">
      <p:cViewPr varScale="1">
        <p:scale>
          <a:sx n="66" d="100"/>
          <a:sy n="66" d="100"/>
        </p:scale>
        <p:origin x="2226" y="42"/>
      </p:cViewPr>
      <p:guideLst>
        <p:guide orient="horz" pos="2764"/>
        <p:guide pos="2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da Silva" userId="S::luis@possoli.com::f7a6c28f-145e-46cd-900f-ff49372634ff" providerId="AD" clId="Web-{C879029B-370C-0E9F-D94E-A98BA18C7509}"/>
    <pc:docChg chg="mod addSld delSld modSld modMainMaster setSldSz">
      <pc:chgData name="Luis da Silva" userId="S::luis@possoli.com::f7a6c28f-145e-46cd-900f-ff49372634ff" providerId="AD" clId="Web-{C879029B-370C-0E9F-D94E-A98BA18C7509}" dt="2026-03-20T18:31:19.346" v="193" actId="20577"/>
      <pc:docMkLst>
        <pc:docMk/>
      </pc:docMkLst>
    </pc:docChg>
  </pc:docChgLst>
  <pc:docChgLst>
    <pc:chgData name="Luis da Silva" userId="f7a6c28f-145e-46cd-900f-ff49372634ff" providerId="ADAL" clId="{A6487CA7-D14F-4150-A76F-DEE320E6238E}"/>
    <pc:docChg chg="undo custSel addSld delSld modSld sldOrd">
      <pc:chgData name="Luis da Silva" userId="f7a6c28f-145e-46cd-900f-ff49372634ff" providerId="ADAL" clId="{A6487CA7-D14F-4150-A76F-DEE320E6238E}" dt="2026-03-25T21:56:55.627" v="3211" actId="20577"/>
      <pc:docMkLst>
        <pc:docMk/>
      </pc:docMkLst>
      <pc:sldChg chg="addSp delSp modSp add del mod">
        <pc:chgData name="Luis da Silva" userId="f7a6c28f-145e-46cd-900f-ff49372634ff" providerId="ADAL" clId="{A6487CA7-D14F-4150-A76F-DEE320E6238E}" dt="2026-03-25T21:53:29.213" v="3188" actId="47"/>
        <pc:sldMkLst>
          <pc:docMk/>
          <pc:sldMk cId="220612429" sldId="260"/>
        </pc:sldMkLst>
        <pc:spChg chg="add del mod">
          <ac:chgData name="Luis da Silva" userId="f7a6c28f-145e-46cd-900f-ff49372634ff" providerId="ADAL" clId="{A6487CA7-D14F-4150-A76F-DEE320E6238E}" dt="2026-03-25T13:32:57.945" v="3004" actId="478"/>
          <ac:spMkLst>
            <pc:docMk/>
            <pc:sldMk cId="220612429" sldId="260"/>
            <ac:spMk id="3" creationId="{8499C6AA-E74D-9FD1-3A8F-A149FCB5E692}"/>
          </ac:spMkLst>
        </pc:spChg>
        <pc:spChg chg="add del mod">
          <ac:chgData name="Luis da Silva" userId="f7a6c28f-145e-46cd-900f-ff49372634ff" providerId="ADAL" clId="{A6487CA7-D14F-4150-A76F-DEE320E6238E}" dt="2026-03-25T13:32:57.945" v="3004" actId="478"/>
          <ac:spMkLst>
            <pc:docMk/>
            <pc:sldMk cId="220612429" sldId="260"/>
            <ac:spMk id="8" creationId="{DCFD74D5-3C09-DA10-7A5B-4DCE46C0F48C}"/>
          </ac:spMkLst>
        </pc:spChg>
        <pc:spChg chg="add mod">
          <ac:chgData name="Luis da Silva" userId="f7a6c28f-145e-46cd-900f-ff49372634ff" providerId="ADAL" clId="{A6487CA7-D14F-4150-A76F-DEE320E6238E}" dt="2026-03-25T13:33:11.240" v="3005" actId="1076"/>
          <ac:spMkLst>
            <pc:docMk/>
            <pc:sldMk cId="220612429" sldId="260"/>
            <ac:spMk id="9" creationId="{1DEE1BE5-1EAB-5837-C22B-91B6CC727A37}"/>
          </ac:spMkLst>
        </pc:spChg>
        <pc:spChg chg="add mod">
          <ac:chgData name="Luis da Silva" userId="f7a6c28f-145e-46cd-900f-ff49372634ff" providerId="ADAL" clId="{A6487CA7-D14F-4150-A76F-DEE320E6238E}" dt="2026-03-25T13:33:11.240" v="3005" actId="1076"/>
          <ac:spMkLst>
            <pc:docMk/>
            <pc:sldMk cId="220612429" sldId="260"/>
            <ac:spMk id="10" creationId="{148C59AF-2EBD-A2CC-E1A9-C0BF662AADF0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21:53:31.280" v="3190" actId="47"/>
        <pc:sldMkLst>
          <pc:docMk/>
          <pc:sldMk cId="3092122469" sldId="261"/>
        </pc:sldMkLst>
        <pc:spChg chg="add mod">
          <ac:chgData name="Luis da Silva" userId="f7a6c28f-145e-46cd-900f-ff49372634ff" providerId="ADAL" clId="{A6487CA7-D14F-4150-A76F-DEE320E6238E}" dt="2026-03-20T22:05:52.495" v="809" actId="207"/>
          <ac:spMkLst>
            <pc:docMk/>
            <pc:sldMk cId="3092122469" sldId="261"/>
            <ac:spMk id="8" creationId="{40AC690B-93EA-011F-4DC4-8458191FEB6C}"/>
          </ac:spMkLst>
        </pc:spChg>
        <pc:spChg chg="add mod">
          <ac:chgData name="Luis da Silva" userId="f7a6c28f-145e-46cd-900f-ff49372634ff" providerId="ADAL" clId="{A6487CA7-D14F-4150-A76F-DEE320E6238E}" dt="2026-03-20T22:05:58.941" v="811" actId="207"/>
          <ac:spMkLst>
            <pc:docMk/>
            <pc:sldMk cId="3092122469" sldId="261"/>
            <ac:spMk id="9" creationId="{0F7C7D12-5BC5-6D3A-3E4D-E521C8992C66}"/>
          </ac:spMkLst>
        </pc:spChg>
        <pc:spChg chg="add mod">
          <ac:chgData name="Luis da Silva" userId="f7a6c28f-145e-46cd-900f-ff49372634ff" providerId="ADAL" clId="{A6487CA7-D14F-4150-A76F-DEE320E6238E}" dt="2026-03-20T22:05:56.678" v="810" actId="207"/>
          <ac:spMkLst>
            <pc:docMk/>
            <pc:sldMk cId="3092122469" sldId="261"/>
            <ac:spMk id="10" creationId="{C2308460-A69A-ADB1-1200-106EEB5B2C01}"/>
          </ac:spMkLst>
        </pc:spChg>
        <pc:spChg chg="add mod">
          <ac:chgData name="Luis da Silva" userId="f7a6c28f-145e-46cd-900f-ff49372634ff" providerId="ADAL" clId="{A6487CA7-D14F-4150-A76F-DEE320E6238E}" dt="2026-03-20T22:06:01.232" v="812" actId="207"/>
          <ac:spMkLst>
            <pc:docMk/>
            <pc:sldMk cId="3092122469" sldId="261"/>
            <ac:spMk id="11" creationId="{928349B1-2B8F-FE0C-D079-FAE18A32F2A9}"/>
          </ac:spMkLst>
        </pc:spChg>
        <pc:spChg chg="add mod">
          <ac:chgData name="Luis da Silva" userId="f7a6c28f-145e-46cd-900f-ff49372634ff" providerId="ADAL" clId="{A6487CA7-D14F-4150-A76F-DEE320E6238E}" dt="2026-03-20T22:06:03.527" v="813" actId="207"/>
          <ac:spMkLst>
            <pc:docMk/>
            <pc:sldMk cId="3092122469" sldId="261"/>
            <ac:spMk id="12" creationId="{F1B766B0-F079-313E-C91A-2036756F024E}"/>
          </ac:spMkLst>
        </pc:spChg>
        <pc:spChg chg="add mod ord">
          <ac:chgData name="Luis da Silva" userId="f7a6c28f-145e-46cd-900f-ff49372634ff" providerId="ADAL" clId="{A6487CA7-D14F-4150-A76F-DEE320E6238E}" dt="2026-03-23T17:31:50.002" v="2398" actId="14100"/>
          <ac:spMkLst>
            <pc:docMk/>
            <pc:sldMk cId="3092122469" sldId="261"/>
            <ac:spMk id="13" creationId="{8BAA03A1-6653-7A49-1538-7EB1CD31A14C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21:53:30.387" v="3189" actId="47"/>
        <pc:sldMkLst>
          <pc:docMk/>
          <pc:sldMk cId="4034390931" sldId="262"/>
        </pc:sldMkLst>
        <pc:spChg chg="add del mod">
          <ac:chgData name="Luis da Silva" userId="f7a6c28f-145e-46cd-900f-ff49372634ff" providerId="ADAL" clId="{A6487CA7-D14F-4150-A76F-DEE320E6238E}" dt="2026-03-20T19:57:54.850" v="273" actId="14100"/>
          <ac:spMkLst>
            <pc:docMk/>
            <pc:sldMk cId="4034390931" sldId="262"/>
            <ac:spMk id="12" creationId="{394F572A-97BB-E308-014D-1F5BA6B03EEC}"/>
          </ac:spMkLst>
        </pc:spChg>
        <pc:spChg chg="mod">
          <ac:chgData name="Luis da Silva" userId="f7a6c28f-145e-46cd-900f-ff49372634ff" providerId="ADAL" clId="{A6487CA7-D14F-4150-A76F-DEE320E6238E}" dt="2026-03-20T19:57:52.588" v="272" actId="14100"/>
          <ac:spMkLst>
            <pc:docMk/>
            <pc:sldMk cId="4034390931" sldId="262"/>
            <ac:spMk id="13" creationId="{DBED62C8-97ED-3FED-90DB-E0EFF8DC3F75}"/>
          </ac:spMkLst>
        </pc:spChg>
        <pc:spChg chg="add mod">
          <ac:chgData name="Luis da Silva" userId="f7a6c28f-145e-46cd-900f-ff49372634ff" providerId="ADAL" clId="{A6487CA7-D14F-4150-A76F-DEE320E6238E}" dt="2026-03-20T22:04:52.290" v="803"/>
          <ac:spMkLst>
            <pc:docMk/>
            <pc:sldMk cId="4034390931" sldId="262"/>
            <ac:spMk id="14" creationId="{0E133903-2C98-2C6B-9FAD-E17701ED8018}"/>
          </ac:spMkLst>
        </pc:spChg>
        <pc:spChg chg="add mod">
          <ac:chgData name="Luis da Silva" userId="f7a6c28f-145e-46cd-900f-ff49372634ff" providerId="ADAL" clId="{A6487CA7-D14F-4150-A76F-DEE320E6238E}" dt="2026-03-20T22:04:22.213" v="800"/>
          <ac:spMkLst>
            <pc:docMk/>
            <pc:sldMk cId="4034390931" sldId="262"/>
            <ac:spMk id="15" creationId="{E9C1DB03-C4F0-806D-CB2E-270BC32D9A5F}"/>
          </ac:spMkLst>
        </pc:spChg>
        <pc:spChg chg="add mod">
          <ac:chgData name="Luis da Silva" userId="f7a6c28f-145e-46cd-900f-ff49372634ff" providerId="ADAL" clId="{A6487CA7-D14F-4150-A76F-DEE320E6238E}" dt="2026-03-20T22:03:18.251" v="796"/>
          <ac:spMkLst>
            <pc:docMk/>
            <pc:sldMk cId="4034390931" sldId="262"/>
            <ac:spMk id="16" creationId="{B86E90FE-5B5B-B778-5FA2-910DFFD96A0C}"/>
          </ac:spMkLst>
        </pc:spChg>
        <pc:spChg chg="add mod">
          <ac:chgData name="Luis da Silva" userId="f7a6c28f-145e-46cd-900f-ff49372634ff" providerId="ADAL" clId="{A6487CA7-D14F-4150-A76F-DEE320E6238E}" dt="2026-03-20T22:04:30.021" v="801"/>
          <ac:spMkLst>
            <pc:docMk/>
            <pc:sldMk cId="4034390931" sldId="262"/>
            <ac:spMk id="17" creationId="{5F662D22-77AD-0CB9-AFDB-46969F9BC203}"/>
          </ac:spMkLst>
        </pc:spChg>
        <pc:spChg chg="add mod">
          <ac:chgData name="Luis da Silva" userId="f7a6c28f-145e-46cd-900f-ff49372634ff" providerId="ADAL" clId="{A6487CA7-D14F-4150-A76F-DEE320E6238E}" dt="2026-03-20T20:32:49.563" v="521" actId="1076"/>
          <ac:spMkLst>
            <pc:docMk/>
            <pc:sldMk cId="4034390931" sldId="262"/>
            <ac:spMk id="18" creationId="{D1480FBF-44EE-9554-01A0-5EC26182DA72}"/>
          </ac:spMkLst>
        </pc:spChg>
        <pc:spChg chg="add mod">
          <ac:chgData name="Luis da Silva" userId="f7a6c28f-145e-46cd-900f-ff49372634ff" providerId="ADAL" clId="{A6487CA7-D14F-4150-A76F-DEE320E6238E}" dt="2026-03-20T20:32:54.077" v="522" actId="1076"/>
          <ac:spMkLst>
            <pc:docMk/>
            <pc:sldMk cId="4034390931" sldId="262"/>
            <ac:spMk id="19" creationId="{DF8BF66F-7311-D877-29A5-102A776B8978}"/>
          </ac:spMkLst>
        </pc:spChg>
        <pc:spChg chg="add mod">
          <ac:chgData name="Luis da Silva" userId="f7a6c28f-145e-46cd-900f-ff49372634ff" providerId="ADAL" clId="{A6487CA7-D14F-4150-A76F-DEE320E6238E}" dt="2026-03-20T22:04:43.992" v="802"/>
          <ac:spMkLst>
            <pc:docMk/>
            <pc:sldMk cId="4034390931" sldId="262"/>
            <ac:spMk id="20" creationId="{2E5304ED-4710-2018-E620-3A8FB85BEECB}"/>
          </ac:spMkLst>
        </pc:spChg>
        <pc:spChg chg="add mod ord">
          <ac:chgData name="Luis da Silva" userId="f7a6c28f-145e-46cd-900f-ff49372634ff" providerId="ADAL" clId="{A6487CA7-D14F-4150-A76F-DEE320E6238E}" dt="2026-03-20T22:02:36.243" v="790" actId="207"/>
          <ac:spMkLst>
            <pc:docMk/>
            <pc:sldMk cId="4034390931" sldId="262"/>
            <ac:spMk id="21" creationId="{4584A757-790C-66E1-4E55-8EAE04EB206A}"/>
          </ac:spMkLst>
        </pc:spChg>
        <pc:spChg chg="add mod ord">
          <ac:chgData name="Luis da Silva" userId="f7a6c28f-145e-46cd-900f-ff49372634ff" providerId="ADAL" clId="{A6487CA7-D14F-4150-A76F-DEE320E6238E}" dt="2026-03-20T22:02:30.816" v="789" actId="207"/>
          <ac:spMkLst>
            <pc:docMk/>
            <pc:sldMk cId="4034390931" sldId="262"/>
            <ac:spMk id="22" creationId="{871AC00A-8F75-4C68-86A4-87519A4A899A}"/>
          </ac:spMkLst>
        </pc:spChg>
        <pc:spChg chg="add mod ord">
          <ac:chgData name="Luis da Silva" userId="f7a6c28f-145e-46cd-900f-ff49372634ff" providerId="ADAL" clId="{A6487CA7-D14F-4150-A76F-DEE320E6238E}" dt="2026-03-23T17:31:33.601" v="2397" actId="1035"/>
          <ac:spMkLst>
            <pc:docMk/>
            <pc:sldMk cId="4034390931" sldId="262"/>
            <ac:spMk id="23" creationId="{30A8F3F8-55F1-5A24-37D3-8060B40B49C7}"/>
          </ac:spMkLst>
        </pc:spChg>
        <pc:spChg chg="add mod ord">
          <ac:chgData name="Luis da Silva" userId="f7a6c28f-145e-46cd-900f-ff49372634ff" providerId="ADAL" clId="{A6487CA7-D14F-4150-A76F-DEE320E6238E}" dt="2026-03-20T22:02:52.227" v="794" actId="207"/>
          <ac:spMkLst>
            <pc:docMk/>
            <pc:sldMk cId="4034390931" sldId="262"/>
            <ac:spMk id="24" creationId="{64AA3F29-467D-FDB6-0FBC-70DAAE32C457}"/>
          </ac:spMkLst>
        </pc:spChg>
        <pc:spChg chg="add mod ord">
          <ac:chgData name="Luis da Silva" userId="f7a6c28f-145e-46cd-900f-ff49372634ff" providerId="ADAL" clId="{A6487CA7-D14F-4150-A76F-DEE320E6238E}" dt="2026-03-20T22:02:40.320" v="791" actId="207"/>
          <ac:spMkLst>
            <pc:docMk/>
            <pc:sldMk cId="4034390931" sldId="262"/>
            <ac:spMk id="25" creationId="{EE7CCF17-22DB-FEA3-DAAC-9FADC697524A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21:53:24.383" v="3184" actId="47"/>
        <pc:sldMkLst>
          <pc:docMk/>
          <pc:sldMk cId="4081448423" sldId="264"/>
        </pc:sldMkLst>
        <pc:spChg chg="add mod">
          <ac:chgData name="Luis da Silva" userId="f7a6c28f-145e-46cd-900f-ff49372634ff" providerId="ADAL" clId="{A6487CA7-D14F-4150-A76F-DEE320E6238E}" dt="2026-03-25T13:32:36.327" v="3000" actId="1076"/>
          <ac:spMkLst>
            <pc:docMk/>
            <pc:sldMk cId="4081448423" sldId="264"/>
            <ac:spMk id="4" creationId="{BEE485F5-35DC-4C99-F130-335ADFF44B66}"/>
          </ac:spMkLst>
        </pc:spChg>
        <pc:spChg chg="add del mod">
          <ac:chgData name="Luis da Silva" userId="f7a6c28f-145e-46cd-900f-ff49372634ff" providerId="ADAL" clId="{A6487CA7-D14F-4150-A76F-DEE320E6238E}" dt="2026-03-25T13:32:26.190" v="2998" actId="478"/>
          <ac:spMkLst>
            <pc:docMk/>
            <pc:sldMk cId="4081448423" sldId="264"/>
            <ac:spMk id="5" creationId="{7AB620B1-EFA6-813C-51A8-E07B5073FC45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21:53:26.989" v="3186" actId="47"/>
        <pc:sldMkLst>
          <pc:docMk/>
          <pc:sldMk cId="1085297607" sldId="266"/>
        </pc:sldMkLst>
      </pc:sldChg>
      <pc:sldChg chg="addSp delSp modSp add del mod">
        <pc:chgData name="Luis da Silva" userId="f7a6c28f-145e-46cd-900f-ff49372634ff" providerId="ADAL" clId="{A6487CA7-D14F-4150-A76F-DEE320E6238E}" dt="2026-03-25T21:53:25.944" v="3185" actId="47"/>
        <pc:sldMkLst>
          <pc:docMk/>
          <pc:sldMk cId="1484844577" sldId="268"/>
        </pc:sldMkLst>
      </pc:sldChg>
      <pc:sldChg chg="addSp delSp modSp add del mod">
        <pc:chgData name="Luis da Silva" userId="f7a6c28f-145e-46cd-900f-ff49372634ff" providerId="ADAL" clId="{A6487CA7-D14F-4150-A76F-DEE320E6238E}" dt="2026-03-25T13:32:40.665" v="3001" actId="2696"/>
        <pc:sldMkLst>
          <pc:docMk/>
          <pc:sldMk cId="2050200296" sldId="269"/>
        </pc:sldMkLst>
      </pc:sldChg>
      <pc:sldChg chg="addSp delSp modSp add del mod">
        <pc:chgData name="Luis da Silva" userId="f7a6c28f-145e-46cd-900f-ff49372634ff" providerId="ADAL" clId="{A6487CA7-D14F-4150-A76F-DEE320E6238E}" dt="2026-03-25T13:32:52.795" v="3003" actId="2696"/>
        <pc:sldMkLst>
          <pc:docMk/>
          <pc:sldMk cId="3836917832" sldId="270"/>
        </pc:sldMkLst>
      </pc:sldChg>
      <pc:sldChg chg="addSp delSp modSp add mod ord">
        <pc:chgData name="Luis da Silva" userId="f7a6c28f-145e-46cd-900f-ff49372634ff" providerId="ADAL" clId="{A6487CA7-D14F-4150-A76F-DEE320E6238E}" dt="2026-03-23T17:34:02.481" v="2430" actId="20577"/>
        <pc:sldMkLst>
          <pc:docMk/>
          <pc:sldMk cId="1548941890" sldId="271"/>
        </pc:sldMkLst>
        <pc:spChg chg="add mod">
          <ac:chgData name="Luis da Silva" userId="f7a6c28f-145e-46cd-900f-ff49372634ff" providerId="ADAL" clId="{A6487CA7-D14F-4150-A76F-DEE320E6238E}" dt="2026-03-23T17:11:27.912" v="1726" actId="14100"/>
          <ac:spMkLst>
            <pc:docMk/>
            <pc:sldMk cId="1548941890" sldId="271"/>
            <ac:spMk id="2" creationId="{C4096692-864C-F183-EBB7-D4ABFEFC718C}"/>
          </ac:spMkLst>
        </pc:spChg>
        <pc:spChg chg="add mod">
          <ac:chgData name="Luis da Silva" userId="f7a6c28f-145e-46cd-900f-ff49372634ff" providerId="ADAL" clId="{A6487CA7-D14F-4150-A76F-DEE320E6238E}" dt="2026-03-23T17:30:56.587" v="2371" actId="1037"/>
          <ac:spMkLst>
            <pc:docMk/>
            <pc:sldMk cId="1548941890" sldId="271"/>
            <ac:spMk id="3" creationId="{85039C08-D0DC-7168-CFC2-5E560F125BF5}"/>
          </ac:spMkLst>
        </pc:spChg>
        <pc:spChg chg="add mod">
          <ac:chgData name="Luis da Silva" userId="f7a6c28f-145e-46cd-900f-ff49372634ff" providerId="ADAL" clId="{A6487CA7-D14F-4150-A76F-DEE320E6238E}" dt="2026-03-23T17:34:02.481" v="2430" actId="20577"/>
          <ac:spMkLst>
            <pc:docMk/>
            <pc:sldMk cId="1548941890" sldId="271"/>
            <ac:spMk id="6" creationId="{FDFCD560-30D2-D9D3-9DA0-98045111C273}"/>
          </ac:spMkLst>
        </pc:spChg>
        <pc:spChg chg="add mod">
          <ac:chgData name="Luis da Silva" userId="f7a6c28f-145e-46cd-900f-ff49372634ff" providerId="ADAL" clId="{A6487CA7-D14F-4150-A76F-DEE320E6238E}" dt="2026-03-23T17:22:39.222" v="2065"/>
          <ac:spMkLst>
            <pc:docMk/>
            <pc:sldMk cId="1548941890" sldId="271"/>
            <ac:spMk id="7" creationId="{07BBEB30-8E11-56F7-EB1C-57D0C5CA4788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8" creationId="{C7C1B44F-08DB-EE49-6DC0-4414D9DF05E3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9" creationId="{7F0FFAA0-CC0A-4FF2-0D9B-612EAA2E5A43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0" creationId="{90888671-9618-D55C-57DB-1A7B4C1D8841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1" creationId="{29F17E16-18A7-A2E4-168B-E84262B158B3}"/>
          </ac:spMkLst>
        </pc:spChg>
        <pc:spChg chg="add mod">
          <ac:chgData name="Luis da Silva" userId="f7a6c28f-145e-46cd-900f-ff49372634ff" providerId="ADAL" clId="{A6487CA7-D14F-4150-A76F-DEE320E6238E}" dt="2026-03-23T17:23:56.197" v="2119" actId="1036"/>
          <ac:spMkLst>
            <pc:docMk/>
            <pc:sldMk cId="1548941890" sldId="271"/>
            <ac:spMk id="12" creationId="{C08C6FBC-3E66-F344-2A08-7C1D6F1507FB}"/>
          </ac:spMkLst>
        </pc:spChg>
        <pc:spChg chg="mod">
          <ac:chgData name="Luis da Silva" userId="f7a6c28f-145e-46cd-900f-ff49372634ff" providerId="ADAL" clId="{A6487CA7-D14F-4150-A76F-DEE320E6238E}" dt="2026-03-23T17:13:07.799" v="1739" actId="1076"/>
          <ac:spMkLst>
            <pc:docMk/>
            <pc:sldMk cId="1548941890" sldId="271"/>
            <ac:spMk id="13" creationId="{219330FB-8371-6CBD-65EB-A3F66CBD3737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5T21:56:55.627" v="3211" actId="20577"/>
        <pc:sldMkLst>
          <pc:docMk/>
          <pc:sldMk cId="3769833566" sldId="272"/>
        </pc:sldMkLst>
        <pc:spChg chg="mod">
          <ac:chgData name="Luis da Silva" userId="f7a6c28f-145e-46cd-900f-ff49372634ff" providerId="ADAL" clId="{A6487CA7-D14F-4150-A76F-DEE320E6238E}" dt="2026-03-23T17:16:23.940" v="1779" actId="1038"/>
          <ac:spMkLst>
            <pc:docMk/>
            <pc:sldMk cId="3769833566" sldId="272"/>
            <ac:spMk id="2" creationId="{D723EE7D-D1BC-CF8F-E827-88C431C8C314}"/>
          </ac:spMkLst>
        </pc:spChg>
        <pc:spChg chg="add mod">
          <ac:chgData name="Luis da Silva" userId="f7a6c28f-145e-46cd-900f-ff49372634ff" providerId="ADAL" clId="{A6487CA7-D14F-4150-A76F-DEE320E6238E}" dt="2026-03-25T21:54:41.490" v="3197" actId="1076"/>
          <ac:spMkLst>
            <pc:docMk/>
            <pc:sldMk cId="3769833566" sldId="272"/>
            <ac:spMk id="3" creationId="{E636B5E2-5797-5515-4A4F-0698DB2041B9}"/>
          </ac:spMkLst>
        </pc:spChg>
        <pc:spChg chg="add mod">
          <ac:chgData name="Luis da Silva" userId="f7a6c28f-145e-46cd-900f-ff49372634ff" providerId="ADAL" clId="{A6487CA7-D14F-4150-A76F-DEE320E6238E}" dt="2026-03-25T21:56:55.627" v="3211" actId="20577"/>
          <ac:spMkLst>
            <pc:docMk/>
            <pc:sldMk cId="3769833566" sldId="272"/>
            <ac:spMk id="4" creationId="{822FBAA3-A27D-C2BF-1DF2-449108B2B456}"/>
          </ac:spMkLst>
        </pc:spChg>
        <pc:spChg chg="add mod">
          <ac:chgData name="Luis da Silva" userId="f7a6c28f-145e-46cd-900f-ff49372634ff" providerId="ADAL" clId="{A6487CA7-D14F-4150-A76F-DEE320E6238E}" dt="2026-03-25T21:54:32.378" v="3196" actId="1076"/>
          <ac:spMkLst>
            <pc:docMk/>
            <pc:sldMk cId="3769833566" sldId="272"/>
            <ac:spMk id="7" creationId="{634141A7-2A61-1B35-34B0-DE1BA166A8E8}"/>
          </ac:spMkLst>
        </pc:spChg>
        <pc:spChg chg="add mod">
          <ac:chgData name="Luis da Silva" userId="f7a6c28f-145e-46cd-900f-ff49372634ff" providerId="ADAL" clId="{A6487CA7-D14F-4150-A76F-DEE320E6238E}" dt="2026-03-23T17:24:03.198" v="2121"/>
          <ac:spMkLst>
            <pc:docMk/>
            <pc:sldMk cId="3769833566" sldId="272"/>
            <ac:spMk id="12" creationId="{7B32D696-C85C-A0E3-CC44-C2B93EDFC1B5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40.197" v="2417" actId="20577"/>
        <pc:sldMkLst>
          <pc:docMk/>
          <pc:sldMk cId="416205506" sldId="273"/>
        </pc:sldMkLst>
        <pc:spChg chg="add mod">
          <ac:chgData name="Luis da Silva" userId="f7a6c28f-145e-46cd-900f-ff49372634ff" providerId="ADAL" clId="{A6487CA7-D14F-4150-A76F-DEE320E6238E}" dt="2026-03-23T17:33:40.197" v="2417" actId="20577"/>
          <ac:spMkLst>
            <pc:docMk/>
            <pc:sldMk cId="416205506" sldId="273"/>
            <ac:spMk id="5" creationId="{E7588605-72C2-477A-16CE-DC10E73DA0A2}"/>
          </ac:spMkLst>
        </pc:spChg>
        <pc:spChg chg="add mod">
          <ac:chgData name="Luis da Silva" userId="f7a6c28f-145e-46cd-900f-ff49372634ff" providerId="ADAL" clId="{A6487CA7-D14F-4150-A76F-DEE320E6238E}" dt="2026-03-23T17:24:31.397" v="2129" actId="1037"/>
          <ac:spMkLst>
            <pc:docMk/>
            <pc:sldMk cId="416205506" sldId="273"/>
            <ac:spMk id="7" creationId="{02F4C82E-4DD4-32F9-80D2-6751E333FBA2}"/>
          </ac:spMkLst>
        </pc:spChg>
        <pc:spChg chg="add mod">
          <ac:chgData name="Luis da Silva" userId="f7a6c28f-145e-46cd-900f-ff49372634ff" providerId="ADAL" clId="{A6487CA7-D14F-4150-A76F-DEE320E6238E}" dt="2026-03-23T17:24:29.796" v="2128" actId="1037"/>
          <ac:spMkLst>
            <pc:docMk/>
            <pc:sldMk cId="416205506" sldId="273"/>
            <ac:spMk id="12" creationId="{8E25918E-D2F4-1F9A-DEB3-19E065A583E9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47.622" v="2425" actId="20577"/>
        <pc:sldMkLst>
          <pc:docMk/>
          <pc:sldMk cId="1330651455" sldId="274"/>
        </pc:sldMkLst>
        <pc:spChg chg="add mod">
          <ac:chgData name="Luis da Silva" userId="f7a6c28f-145e-46cd-900f-ff49372634ff" providerId="ADAL" clId="{A6487CA7-D14F-4150-A76F-DEE320E6238E}" dt="2026-03-23T17:29:21.626" v="2336" actId="14100"/>
          <ac:spMkLst>
            <pc:docMk/>
            <pc:sldMk cId="1330651455" sldId="274"/>
            <ac:spMk id="6" creationId="{B932B666-3553-41A7-71F5-E013504527A5}"/>
          </ac:spMkLst>
        </pc:spChg>
        <pc:spChg chg="add mod">
          <ac:chgData name="Luis da Silva" userId="f7a6c28f-145e-46cd-900f-ff49372634ff" providerId="ADAL" clId="{A6487CA7-D14F-4150-A76F-DEE320E6238E}" dt="2026-03-23T17:25:00.092" v="2133" actId="14100"/>
          <ac:spMkLst>
            <pc:docMk/>
            <pc:sldMk cId="1330651455" sldId="274"/>
            <ac:spMk id="7" creationId="{5C8A4E83-5A38-1A99-A91E-CBFD79ED602E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8" creationId="{FDF3D8B6-5657-659B-6D9E-47B2849DB1C4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9" creationId="{647054D4-46B7-7806-A627-546C1F5D13FB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0" creationId="{0BAE2E32-FE05-D5FB-60CF-9112D4E48291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1" creationId="{5B987827-9901-00D4-27F5-F147FD4E9CA9}"/>
          </ac:spMkLst>
        </pc:spChg>
        <pc:spChg chg="add mod">
          <ac:chgData name="Luis da Silva" userId="f7a6c28f-145e-46cd-900f-ff49372634ff" providerId="ADAL" clId="{A6487CA7-D14F-4150-A76F-DEE320E6238E}" dt="2026-03-23T17:33:47.622" v="2425" actId="20577"/>
          <ac:spMkLst>
            <pc:docMk/>
            <pc:sldMk cId="1330651455" sldId="274"/>
            <ac:spMk id="12" creationId="{9012FDA3-8489-6617-3DD0-5B9BCB5B7DE5}"/>
          </ac:spMkLst>
        </pc:spChg>
        <pc:spChg chg="mod">
          <ac:chgData name="Luis da Silva" userId="f7a6c28f-145e-46cd-900f-ff49372634ff" providerId="ADAL" clId="{A6487CA7-D14F-4150-A76F-DEE320E6238E}" dt="2026-03-23T17:19:25.587" v="1928" actId="1037"/>
          <ac:spMkLst>
            <pc:docMk/>
            <pc:sldMk cId="1330651455" sldId="274"/>
            <ac:spMk id="13" creationId="{F5714644-38E9-C7D7-6096-9048F322ADE1}"/>
          </ac:spMkLst>
        </pc:spChg>
      </pc:sldChg>
      <pc:sldChg chg="addSp delSp modSp add mod ord">
        <pc:chgData name="Luis da Silva" userId="f7a6c28f-145e-46cd-900f-ff49372634ff" providerId="ADAL" clId="{A6487CA7-D14F-4150-A76F-DEE320E6238E}" dt="2026-03-25T13:35:59.376" v="3179" actId="478"/>
        <pc:sldMkLst>
          <pc:docMk/>
          <pc:sldMk cId="1124427218" sldId="275"/>
        </pc:sldMkLst>
        <pc:spChg chg="mod">
          <ac:chgData name="Luis da Silva" userId="f7a6c28f-145e-46cd-900f-ff49372634ff" providerId="ADAL" clId="{A6487CA7-D14F-4150-A76F-DEE320E6238E}" dt="2026-03-23T17:32:26.855" v="2402" actId="20577"/>
          <ac:spMkLst>
            <pc:docMk/>
            <pc:sldMk cId="1124427218" sldId="275"/>
            <ac:spMk id="3" creationId="{8CA3FAD2-B040-EF81-30A7-4E69841E6BEC}"/>
          </ac:spMkLst>
        </pc:spChg>
        <pc:spChg chg="add del mod">
          <ac:chgData name="Luis da Silva" userId="f7a6c28f-145e-46cd-900f-ff49372634ff" providerId="ADAL" clId="{A6487CA7-D14F-4150-A76F-DEE320E6238E}" dt="2026-03-25T13:35:59.376" v="3179" actId="478"/>
          <ac:spMkLst>
            <pc:docMk/>
            <pc:sldMk cId="1124427218" sldId="275"/>
            <ac:spMk id="4" creationId="{0E2AA6A4-F2F7-E93D-DC0C-9A4035AA512F}"/>
          </ac:spMkLst>
        </pc:spChg>
        <pc:spChg chg="mod">
          <ac:chgData name="Luis da Silva" userId="f7a6c28f-145e-46cd-900f-ff49372634ff" providerId="ADAL" clId="{A6487CA7-D14F-4150-A76F-DEE320E6238E}" dt="2026-03-23T17:29:27.195" v="2337" actId="14100"/>
          <ac:spMkLst>
            <pc:docMk/>
            <pc:sldMk cId="1124427218" sldId="275"/>
            <ac:spMk id="7" creationId="{B518F4C8-2420-A161-47D6-8A44E06FFA3C}"/>
          </ac:spMkLst>
        </pc:spChg>
      </pc:sldChg>
      <pc:sldChg chg="addSp delSp modSp add mod">
        <pc:chgData name="Luis da Silva" userId="f7a6c28f-145e-46cd-900f-ff49372634ff" providerId="ADAL" clId="{A6487CA7-D14F-4150-A76F-DEE320E6238E}" dt="2026-03-23T17:33:53.567" v="2426" actId="207"/>
        <pc:sldMkLst>
          <pc:docMk/>
          <pc:sldMk cId="232561625" sldId="276"/>
        </pc:sldMkLst>
        <pc:spChg chg="add mod">
          <ac:chgData name="Luis da Silva" userId="f7a6c28f-145e-46cd-900f-ff49372634ff" providerId="ADAL" clId="{A6487CA7-D14F-4150-A76F-DEE320E6238E}" dt="2026-03-23T17:28:55.588" v="2332" actId="1035"/>
          <ac:spMkLst>
            <pc:docMk/>
            <pc:sldMk cId="232561625" sldId="276"/>
            <ac:spMk id="3" creationId="{903CEFEB-F5A8-497D-85B3-580BD85D5FC5}"/>
          </ac:spMkLst>
        </pc:spChg>
        <pc:spChg chg="add mod">
          <ac:chgData name="Luis da Silva" userId="f7a6c28f-145e-46cd-900f-ff49372634ff" providerId="ADAL" clId="{A6487CA7-D14F-4150-A76F-DEE320E6238E}" dt="2026-03-23T17:31:15.861" v="2396" actId="1037"/>
          <ac:spMkLst>
            <pc:docMk/>
            <pc:sldMk cId="232561625" sldId="276"/>
            <ac:spMk id="4" creationId="{5A6B713D-A9CD-071C-02B5-858176DC2B2C}"/>
          </ac:spMkLst>
        </pc:spChg>
        <pc:spChg chg="mod">
          <ac:chgData name="Luis da Silva" userId="f7a6c28f-145e-46cd-900f-ff49372634ff" providerId="ADAL" clId="{A6487CA7-D14F-4150-A76F-DEE320E6238E}" dt="2026-03-23T17:30:17.372" v="2347" actId="1037"/>
          <ac:spMkLst>
            <pc:docMk/>
            <pc:sldMk cId="232561625" sldId="276"/>
            <ac:spMk id="6" creationId="{A89785EC-717B-31E6-259D-C5690A33C715}"/>
          </ac:spMkLst>
        </pc:spChg>
        <pc:spChg chg="mod">
          <ac:chgData name="Luis da Silva" userId="f7a6c28f-145e-46cd-900f-ff49372634ff" providerId="ADAL" clId="{A6487CA7-D14F-4150-A76F-DEE320E6238E}" dt="2026-03-23T17:33:02.337" v="2411" actId="1076"/>
          <ac:spMkLst>
            <pc:docMk/>
            <pc:sldMk cId="232561625" sldId="276"/>
            <ac:spMk id="14" creationId="{E8A8FF73-6437-6914-B03C-5329C04E624B}"/>
          </ac:spMkLst>
        </pc:spChg>
        <pc:spChg chg="add mod">
          <ac:chgData name="Luis da Silva" userId="f7a6c28f-145e-46cd-900f-ff49372634ff" providerId="ADAL" clId="{A6487CA7-D14F-4150-A76F-DEE320E6238E}" dt="2026-03-23T17:33:53.567" v="2426" actId="207"/>
          <ac:spMkLst>
            <pc:docMk/>
            <pc:sldMk cId="232561625" sldId="276"/>
            <ac:spMk id="15" creationId="{141A5706-AF87-BA25-D1AC-892F6F4733BC}"/>
          </ac:spMkLst>
        </pc:spChg>
      </pc:sldChg>
      <pc:sldChg chg="addSp delSp modSp new del mod">
        <pc:chgData name="Luis da Silva" userId="f7a6c28f-145e-46cd-900f-ff49372634ff" providerId="ADAL" clId="{A6487CA7-D14F-4150-A76F-DEE320E6238E}" dt="2026-03-25T21:53:36.100" v="3191" actId="47"/>
        <pc:sldMkLst>
          <pc:docMk/>
          <pc:sldMk cId="1686219238" sldId="277"/>
        </pc:sldMkLst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" creationId="{9DE1D853-821B-2C39-73B5-EF8679624196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3" creationId="{694B38E2-AF2D-F109-B7D5-DBCC44CB97C2}"/>
          </ac:spMkLst>
        </pc:spChg>
        <pc:spChg chg="add mod">
          <ac:chgData name="Luis da Silva" userId="f7a6c28f-145e-46cd-900f-ff49372634ff" providerId="ADAL" clId="{A6487CA7-D14F-4150-A76F-DEE320E6238E}" dt="2026-03-23T18:00:38.015" v="2799" actId="1076"/>
          <ac:spMkLst>
            <pc:docMk/>
            <pc:sldMk cId="1686219238" sldId="277"/>
            <ac:spMk id="4" creationId="{6D1E2DA2-2456-550F-FD5F-3B3043C889DA}"/>
          </ac:spMkLst>
        </pc:spChg>
        <pc:spChg chg="add mod">
          <ac:chgData name="Luis da Silva" userId="f7a6c28f-145e-46cd-900f-ff49372634ff" providerId="ADAL" clId="{A6487CA7-D14F-4150-A76F-DEE320E6238E}" dt="2026-03-23T18:01:00.057" v="2819" actId="1037"/>
          <ac:spMkLst>
            <pc:docMk/>
            <pc:sldMk cId="1686219238" sldId="277"/>
            <ac:spMk id="5" creationId="{E6EE4D34-7F8C-88B3-E9DE-384D865C4AB3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6" creationId="{3E8C8214-53A1-E0F7-AEAE-7646CB25AB09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7" creationId="{454219F1-6D64-2ACC-E54A-19CB1D331BE9}"/>
          </ac:spMkLst>
        </pc:spChg>
        <pc:spChg chg="add mod">
          <ac:chgData name="Luis da Silva" userId="f7a6c28f-145e-46cd-900f-ff49372634ff" providerId="ADAL" clId="{A6487CA7-D14F-4150-A76F-DEE320E6238E}" dt="2026-03-23T18:01:00.057" v="2819" actId="1037"/>
          <ac:spMkLst>
            <pc:docMk/>
            <pc:sldMk cId="1686219238" sldId="277"/>
            <ac:spMk id="8" creationId="{C3B71780-F91C-50D8-F965-0BAA997B2F50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9" creationId="{BC15F73D-D93F-C77A-1E73-9BDCC879D1E2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10" creationId="{2F3853CE-BA57-8E7B-34C2-125E41D4F81D}"/>
          </ac:spMkLst>
        </pc:spChg>
        <pc:spChg chg="add mod">
          <ac:chgData name="Luis da Silva" userId="f7a6c28f-145e-46cd-900f-ff49372634ff" providerId="ADAL" clId="{A6487CA7-D14F-4150-A76F-DEE320E6238E}" dt="2026-03-25T13:35:26.276" v="3062" actId="20577"/>
          <ac:spMkLst>
            <pc:docMk/>
            <pc:sldMk cId="1686219238" sldId="277"/>
            <ac:spMk id="11" creationId="{175E06D2-2CC8-D317-D6D6-6654F49C27A3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2" creationId="{C24A9B8A-DAAF-88E7-B646-62997F20D72B}"/>
          </ac:spMkLst>
        </pc:spChg>
        <pc:spChg chg="add mod">
          <ac:chgData name="Luis da Silva" userId="f7a6c28f-145e-46cd-900f-ff49372634ff" providerId="ADAL" clId="{A6487CA7-D14F-4150-A76F-DEE320E6238E}" dt="2026-03-23T18:01:40.711" v="2823" actId="207"/>
          <ac:spMkLst>
            <pc:docMk/>
            <pc:sldMk cId="1686219238" sldId="277"/>
            <ac:spMk id="13" creationId="{1CFC5758-66E5-D422-9EE6-29E03EECB85C}"/>
          </ac:spMkLst>
        </pc:spChg>
        <pc:spChg chg="add mod">
          <ac:chgData name="Luis da Silva" userId="f7a6c28f-145e-46cd-900f-ff49372634ff" providerId="ADAL" clId="{A6487CA7-D14F-4150-A76F-DEE320E6238E}" dt="2026-03-23T18:01:48.797" v="2824" actId="207"/>
          <ac:spMkLst>
            <pc:docMk/>
            <pc:sldMk cId="1686219238" sldId="277"/>
            <ac:spMk id="14" creationId="{A768588D-8612-6015-4587-FB45C81E2B7C}"/>
          </ac:spMkLst>
        </pc:spChg>
        <pc:spChg chg="add mod">
          <ac:chgData name="Luis da Silva" userId="f7a6c28f-145e-46cd-900f-ff49372634ff" providerId="ADAL" clId="{A6487CA7-D14F-4150-A76F-DEE320E6238E}" dt="2026-03-23T18:01:40.711" v="2823" actId="207"/>
          <ac:spMkLst>
            <pc:docMk/>
            <pc:sldMk cId="1686219238" sldId="277"/>
            <ac:spMk id="15" creationId="{53EA881D-ACC6-CDAD-4B40-AD4ED2047589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6" creationId="{72CBE638-7631-704A-DE76-B5F84EB756D4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7" creationId="{78B86CFD-1FB5-D283-4510-5CCDBBC4E23C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18" creationId="{14FFCAAE-980B-F41F-6318-BB499A0EC2F9}"/>
          </ac:spMkLst>
        </pc:spChg>
        <pc:spChg chg="add mod">
          <ac:chgData name="Luis da Silva" userId="f7a6c28f-145e-46cd-900f-ff49372634ff" providerId="ADAL" clId="{A6487CA7-D14F-4150-A76F-DEE320E6238E}" dt="2026-03-25T13:35:31.026" v="3100" actId="20577"/>
          <ac:spMkLst>
            <pc:docMk/>
            <pc:sldMk cId="1686219238" sldId="277"/>
            <ac:spMk id="19" creationId="{58E28510-15A7-092E-E6B6-BE0FE9AEBB90}"/>
          </ac:spMkLst>
        </pc:spChg>
        <pc:spChg chg="add del mod">
          <ac:chgData name="Luis da Silva" userId="f7a6c28f-145e-46cd-900f-ff49372634ff" providerId="ADAL" clId="{A6487CA7-D14F-4150-A76F-DEE320E6238E}" dt="2026-03-25T13:33:28.985" v="3006" actId="478"/>
          <ac:spMkLst>
            <pc:docMk/>
            <pc:sldMk cId="1686219238" sldId="277"/>
            <ac:spMk id="20" creationId="{B7C99AD1-DBB0-0727-8966-CF803599B58A}"/>
          </ac:spMkLst>
        </pc:spChg>
        <pc:spChg chg="add mod">
          <ac:chgData name="Luis da Silva" userId="f7a6c28f-145e-46cd-900f-ff49372634ff" providerId="ADAL" clId="{A6487CA7-D14F-4150-A76F-DEE320E6238E}" dt="2026-03-25T13:35:38.871" v="3140" actId="6549"/>
          <ac:spMkLst>
            <pc:docMk/>
            <pc:sldMk cId="1686219238" sldId="277"/>
            <ac:spMk id="21" creationId="{D938E208-16F9-8764-E8BD-D998FFF9828F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2" creationId="{CDE7B100-2098-A763-0F89-DEF742A874E5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3" creationId="{E261A250-309F-F408-14B6-65E966E36344}"/>
          </ac:spMkLst>
        </pc:spChg>
        <pc:spChg chg="add mod">
          <ac:chgData name="Luis da Silva" userId="f7a6c28f-145e-46cd-900f-ff49372634ff" providerId="ADAL" clId="{A6487CA7-D14F-4150-A76F-DEE320E6238E}" dt="2026-03-25T13:33:57.001" v="3011" actId="1076"/>
          <ac:spMkLst>
            <pc:docMk/>
            <pc:sldMk cId="1686219238" sldId="277"/>
            <ac:spMk id="24" creationId="{B899A208-46A7-3F17-87E0-75890E21BB44}"/>
          </ac:spMkLst>
        </pc:spChg>
        <pc:spChg chg="add mod">
          <ac:chgData name="Luis da Silva" userId="f7a6c28f-145e-46cd-900f-ff49372634ff" providerId="ADAL" clId="{A6487CA7-D14F-4150-A76F-DEE320E6238E}" dt="2026-03-25T13:35:44.459" v="3178" actId="20577"/>
          <ac:spMkLst>
            <pc:docMk/>
            <pc:sldMk cId="1686219238" sldId="277"/>
            <ac:spMk id="25" creationId="{57AD0E68-4A37-16E7-5A2F-D7BA90B058CE}"/>
          </ac:spMkLst>
        </pc:spChg>
      </pc:sldChg>
      <pc:sldChg chg="delSp modSp add del mod">
        <pc:chgData name="Luis da Silva" userId="f7a6c28f-145e-46cd-900f-ff49372634ff" providerId="ADAL" clId="{A6487CA7-D14F-4150-A76F-DEE320E6238E}" dt="2026-03-25T13:34:57.618" v="3023" actId="2696"/>
        <pc:sldMkLst>
          <pc:docMk/>
          <pc:sldMk cId="997154868" sldId="278"/>
        </pc:sldMkLst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4" creationId="{9DE1D853-821B-2C39-73B5-EF8679624196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5" creationId="{694B38E2-AF2D-F109-B7D5-DBCC44CB97C2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6" creationId="{5EF57376-0318-1EF3-6038-AA3C9B3A14D7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7" creationId="{8014D044-8E66-BB92-6451-A93EBA78A960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8" creationId="{2F3853CE-BA57-8E7B-34C2-125E41D4F81D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9" creationId="{FACDD9A4-FA02-964A-1B9E-079A71714240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1" creationId="{D938E208-16F9-8764-E8BD-D998FFF9828F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2" creationId="{B42328B2-9927-ED60-DD26-BDA4852C14BC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3" creationId="{CDE7B100-2098-A763-0F89-DEF742A874E5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4" creationId="{E261A250-309F-F408-14B6-65E966E36344}"/>
          </ac:spMkLst>
        </pc:spChg>
        <pc:spChg chg="del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5" creationId="{B899A208-46A7-3F17-87E0-75890E21BB44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6" creationId="{EEAD30D4-7004-938F-9DAF-CF651DC0D9E3}"/>
          </ac:spMkLst>
        </pc:spChg>
        <pc:spChg chg="del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7" creationId="{CF518AEF-B80F-7831-9789-DA0E4951FED9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18" creationId="{C9D4FAC8-A347-16C4-EC15-53229E0F4C9B}"/>
          </ac:spMkLst>
        </pc:spChg>
        <pc:spChg chg="del mod">
          <ac:chgData name="Luis da Silva" userId="f7a6c28f-145e-46cd-900f-ff49372634ff" providerId="ADAL" clId="{A6487CA7-D14F-4150-A76F-DEE320E6238E}" dt="2026-03-25T13:33:42.908" v="3008" actId="21"/>
          <ac:spMkLst>
            <pc:docMk/>
            <pc:sldMk cId="997154868" sldId="278"/>
            <ac:spMk id="19" creationId="{57AD0E68-4A37-16E7-5A2F-D7BA90B058CE}"/>
          </ac:spMkLst>
        </pc:spChg>
        <pc:spChg chg="del mod">
          <ac:chgData name="Luis da Silva" userId="f7a6c28f-145e-46cd-900f-ff49372634ff" providerId="ADAL" clId="{A6487CA7-D14F-4150-A76F-DEE320E6238E}" dt="2026-03-25T13:33:38.045" v="3007" actId="478"/>
          <ac:spMkLst>
            <pc:docMk/>
            <pc:sldMk cId="997154868" sldId="278"/>
            <ac:spMk id="20" creationId="{90DA9AB5-3CB3-5593-0D58-0BCFC68DCE13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21:53:37.174" v="3192" actId="47"/>
        <pc:sldMkLst>
          <pc:docMk/>
          <pc:sldMk cId="3809664445" sldId="279"/>
        </pc:sldMkLst>
        <pc:spChg chg="add mod ord">
          <ac:chgData name="Luis da Silva" userId="f7a6c28f-145e-46cd-900f-ff49372634ff" providerId="ADAL" clId="{A6487CA7-D14F-4150-A76F-DEE320E6238E}" dt="2026-03-23T18:08:13.451" v="2885" actId="164"/>
          <ac:spMkLst>
            <pc:docMk/>
            <pc:sldMk cId="3809664445" sldId="279"/>
            <ac:spMk id="2" creationId="{D5997148-9BFB-216A-2091-E22853B8337D}"/>
          </ac:spMkLst>
        </pc:spChg>
        <pc:spChg chg="add mod ord">
          <ac:chgData name="Luis da Silva" userId="f7a6c28f-145e-46cd-900f-ff49372634ff" providerId="ADAL" clId="{A6487CA7-D14F-4150-A76F-DEE320E6238E}" dt="2026-03-23T18:08:19.246" v="2886" actId="164"/>
          <ac:spMkLst>
            <pc:docMk/>
            <pc:sldMk cId="3809664445" sldId="279"/>
            <ac:spMk id="3" creationId="{D63B549A-CCEE-C831-41AB-171BA3A4FEA9}"/>
          </ac:spMkLst>
        </pc:spChg>
        <pc:spChg chg="mod">
          <ac:chgData name="Luis da Silva" userId="f7a6c28f-145e-46cd-900f-ff49372634ff" providerId="ADAL" clId="{A6487CA7-D14F-4150-A76F-DEE320E6238E}" dt="2026-03-23T18:08:19.246" v="2886" actId="164"/>
          <ac:spMkLst>
            <pc:docMk/>
            <pc:sldMk cId="3809664445" sldId="279"/>
            <ac:spMk id="8" creationId="{5146E0E1-7E83-F7B3-B6A8-F150A5724FE4}"/>
          </ac:spMkLst>
        </pc:spChg>
        <pc:spChg chg="mod">
          <ac:chgData name="Luis da Silva" userId="f7a6c28f-145e-46cd-900f-ff49372634ff" providerId="ADAL" clId="{A6487CA7-D14F-4150-A76F-DEE320E6238E}" dt="2026-03-23T18:08:13.451" v="2885" actId="164"/>
          <ac:spMkLst>
            <pc:docMk/>
            <pc:sldMk cId="3809664445" sldId="279"/>
            <ac:spMk id="14" creationId="{406C929D-EF8C-B2BF-0A12-33CE5EA232FF}"/>
          </ac:spMkLst>
        </pc:spChg>
        <pc:spChg chg="del mod topLvl">
          <ac:chgData name="Luis da Silva" userId="f7a6c28f-145e-46cd-900f-ff49372634ff" providerId="ADAL" clId="{A6487CA7-D14F-4150-A76F-DEE320E6238E}" dt="2026-03-25T13:34:52.611" v="3022" actId="478"/>
          <ac:spMkLst>
            <pc:docMk/>
            <pc:sldMk cId="3809664445" sldId="279"/>
            <ac:spMk id="23" creationId="{08BB5DE7-26A2-74FA-2345-B16979A35C96}"/>
          </ac:spMkLst>
        </pc:spChg>
        <pc:spChg chg="del mod topLvl">
          <ac:chgData name="Luis da Silva" userId="f7a6c28f-145e-46cd-900f-ff49372634ff" providerId="ADAL" clId="{A6487CA7-D14F-4150-A76F-DEE320E6238E}" dt="2026-03-25T13:34:51.299" v="3021" actId="478"/>
          <ac:spMkLst>
            <pc:docMk/>
            <pc:sldMk cId="3809664445" sldId="279"/>
            <ac:spMk id="26" creationId="{BD6CBA44-5EA3-EEBE-9BEA-FD00FA1613BA}"/>
          </ac:spMkLst>
        </pc:spChg>
        <pc:spChg chg="add del mod">
          <ac:chgData name="Luis da Silva" userId="f7a6c28f-145e-46cd-900f-ff49372634ff" providerId="ADAL" clId="{A6487CA7-D14F-4150-A76F-DEE320E6238E}" dt="2026-03-25T13:34:49.932" v="3020" actId="478"/>
          <ac:spMkLst>
            <pc:docMk/>
            <pc:sldMk cId="3809664445" sldId="279"/>
            <ac:spMk id="29" creationId="{AA8C80E6-8C97-13BF-23D7-3AFB919BA33C}"/>
          </ac:spMkLst>
        </pc:spChg>
        <pc:spChg chg="add del mod">
          <ac:chgData name="Luis da Silva" userId="f7a6c28f-145e-46cd-900f-ff49372634ff" providerId="ADAL" clId="{A6487CA7-D14F-4150-A76F-DEE320E6238E}" dt="2026-03-25T13:34:49.932" v="3020" actId="478"/>
          <ac:spMkLst>
            <pc:docMk/>
            <pc:sldMk cId="3809664445" sldId="279"/>
            <ac:spMk id="30" creationId="{906033CD-FE49-C631-7918-B78B931B0B1F}"/>
          </ac:spMkLst>
        </pc:spChg>
        <pc:grpChg chg="add mod">
          <ac:chgData name="Luis da Silva" userId="f7a6c28f-145e-46cd-900f-ff49372634ff" providerId="ADAL" clId="{A6487CA7-D14F-4150-A76F-DEE320E6238E}" dt="2026-03-23T18:08:26.531" v="2888" actId="1076"/>
          <ac:grpSpMkLst>
            <pc:docMk/>
            <pc:sldMk cId="3809664445" sldId="279"/>
            <ac:grpSpMk id="10" creationId="{DF6282CD-8F26-9139-1F50-D561C18DC017}"/>
          </ac:grpSpMkLst>
        </pc:grpChg>
        <pc:grpChg chg="add mod">
          <ac:chgData name="Luis da Silva" userId="f7a6c28f-145e-46cd-900f-ff49372634ff" providerId="ADAL" clId="{A6487CA7-D14F-4150-A76F-DEE320E6238E}" dt="2026-03-23T18:08:24.941" v="2887" actId="1076"/>
          <ac:grpSpMkLst>
            <pc:docMk/>
            <pc:sldMk cId="3809664445" sldId="279"/>
            <ac:grpSpMk id="21" creationId="{513424A9-5CF2-FFA4-CFF2-CE311AEFB28C}"/>
          </ac:grpSpMkLst>
        </pc:grpChg>
      </pc:sldChg>
      <pc:sldChg chg="addSp delSp modSp add del mod">
        <pc:chgData name="Luis da Silva" userId="f7a6c28f-145e-46cd-900f-ff49372634ff" providerId="ADAL" clId="{A6487CA7-D14F-4150-A76F-DEE320E6238E}" dt="2026-03-25T21:53:41.596" v="3193" actId="47"/>
        <pc:sldMkLst>
          <pc:docMk/>
          <pc:sldMk cId="3563428318" sldId="280"/>
        </pc:sldMkLst>
        <pc:picChg chg="add mod">
          <ac:chgData name="Luis da Silva" userId="f7a6c28f-145e-46cd-900f-ff49372634ff" providerId="ADAL" clId="{A6487CA7-D14F-4150-A76F-DEE320E6238E}" dt="2026-03-23T18:22:14.380" v="2963" actId="14100"/>
          <ac:picMkLst>
            <pc:docMk/>
            <pc:sldMk cId="3563428318" sldId="280"/>
            <ac:picMk id="5" creationId="{C3CA37DF-78C6-20FB-4617-3222D7521F50}"/>
          </ac:picMkLst>
        </pc:picChg>
      </pc:sldChg>
      <pc:sldChg chg="addSp delSp modSp add del mod">
        <pc:chgData name="Luis da Silva" userId="f7a6c28f-145e-46cd-900f-ff49372634ff" providerId="ADAL" clId="{A6487CA7-D14F-4150-A76F-DEE320E6238E}" dt="2026-03-25T21:53:28.527" v="3187" actId="47"/>
        <pc:sldMkLst>
          <pc:docMk/>
          <pc:sldMk cId="4283383874" sldId="281"/>
        </pc:sldMkLst>
        <pc:spChg chg="add mod">
          <ac:chgData name="Luis da Silva" userId="f7a6c28f-145e-46cd-900f-ff49372634ff" providerId="ADAL" clId="{A6487CA7-D14F-4150-A76F-DEE320E6238E}" dt="2026-03-25T13:36:20.622" v="3183" actId="403"/>
          <ac:spMkLst>
            <pc:docMk/>
            <pc:sldMk cId="4283383874" sldId="281"/>
            <ac:spMk id="4" creationId="{DBAE1AB5-BE56-EE60-C775-B7A14FC84B70}"/>
          </ac:spMkLst>
        </pc:spChg>
      </pc:sldChg>
      <pc:sldChg chg="addSp delSp modSp add del mod">
        <pc:chgData name="Luis da Silva" userId="f7a6c28f-145e-46cd-900f-ff49372634ff" providerId="ADAL" clId="{A6487CA7-D14F-4150-A76F-DEE320E6238E}" dt="2026-03-25T13:32:49.312" v="3002" actId="2696"/>
        <pc:sldMkLst>
          <pc:docMk/>
          <pc:sldMk cId="4030713620" sldId="282"/>
        </pc:sldMkLst>
      </pc:sldChg>
      <pc:sldChg chg="addSp delSp modSp new del mod">
        <pc:chgData name="Luis da Silva" userId="f7a6c28f-145e-46cd-900f-ff49372634ff" providerId="ADAL" clId="{A6487CA7-D14F-4150-A76F-DEE320E6238E}" dt="2026-03-25T13:35:03.579" v="3024" actId="2696"/>
        <pc:sldMkLst>
          <pc:docMk/>
          <pc:sldMk cId="487972289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967B5-C185-4C61-A903-F7B4C96DC46A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229F4-2750-42C1-BB16-BFED0C972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5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229F4-2750-42C1-BB16-BFED0C9725A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94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D541-3008-EE8E-3C5D-1624E0A2D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C3F108-354A-9999-FC1F-CA8B0257A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E24F49-2122-AB7E-352B-B06075519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48212A-3D89-D02D-6E28-2A056BBA6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229F4-2750-42C1-BB16-BFED0C9725A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43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514" y="1436469"/>
            <a:ext cx="5593160" cy="3055797"/>
          </a:xfrm>
        </p:spPr>
        <p:txBody>
          <a:bodyPr anchor="b"/>
          <a:lstStyle>
            <a:lvl1pPr algn="ctr">
              <a:defRPr sz="431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524" y="4610108"/>
            <a:ext cx="4935141" cy="2119146"/>
          </a:xfrm>
        </p:spPr>
        <p:txBody>
          <a:bodyPr/>
          <a:lstStyle>
            <a:lvl1pPr marL="0" indent="0" algn="ctr">
              <a:buNone/>
              <a:defRPr sz="1727"/>
            </a:lvl1pPr>
            <a:lvl2pPr marL="329001" indent="0" algn="ctr">
              <a:buNone/>
              <a:defRPr sz="1439"/>
            </a:lvl2pPr>
            <a:lvl3pPr marL="658002" indent="0" algn="ctr">
              <a:buNone/>
              <a:defRPr sz="1295"/>
            </a:lvl3pPr>
            <a:lvl4pPr marL="987003" indent="0" algn="ctr">
              <a:buNone/>
              <a:defRPr sz="1151"/>
            </a:lvl4pPr>
            <a:lvl5pPr marL="1316004" indent="0" algn="ctr">
              <a:buNone/>
              <a:defRPr sz="1151"/>
            </a:lvl5pPr>
            <a:lvl6pPr marL="1645006" indent="0" algn="ctr">
              <a:buNone/>
              <a:defRPr sz="1151"/>
            </a:lvl6pPr>
            <a:lvl7pPr marL="1974007" indent="0" algn="ctr">
              <a:buNone/>
              <a:defRPr sz="1151"/>
            </a:lvl7pPr>
            <a:lvl8pPr marL="2303008" indent="0" algn="ctr">
              <a:buNone/>
              <a:defRPr sz="1151"/>
            </a:lvl8pPr>
            <a:lvl9pPr marL="2632009" indent="0" algn="ctr">
              <a:buNone/>
              <a:defRPr sz="115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37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231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1" y="2188229"/>
            <a:ext cx="5675412" cy="3651107"/>
          </a:xfrm>
        </p:spPr>
        <p:txBody>
          <a:bodyPr anchor="b"/>
          <a:lstStyle>
            <a:lvl1pPr>
              <a:defRPr sz="431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1" y="5873878"/>
            <a:ext cx="5675412" cy="1920031"/>
          </a:xfrm>
        </p:spPr>
        <p:txBody>
          <a:bodyPr/>
          <a:lstStyle>
            <a:lvl1pPr marL="0" indent="0">
              <a:buNone/>
              <a:defRPr sz="1727">
                <a:solidFill>
                  <a:schemeClr val="tx1">
                    <a:tint val="82000"/>
                  </a:schemeClr>
                </a:solidFill>
              </a:defRPr>
            </a:lvl1pPr>
            <a:lvl2pPr marL="329001" indent="0">
              <a:buNone/>
              <a:defRPr sz="1439">
                <a:solidFill>
                  <a:schemeClr val="tx1">
                    <a:tint val="82000"/>
                  </a:schemeClr>
                </a:solidFill>
              </a:defRPr>
            </a:lvl2pPr>
            <a:lvl3pPr marL="658002" indent="0">
              <a:buNone/>
              <a:defRPr sz="1295">
                <a:solidFill>
                  <a:schemeClr val="tx1">
                    <a:tint val="82000"/>
                  </a:schemeClr>
                </a:solidFill>
              </a:defRPr>
            </a:lvl3pPr>
            <a:lvl4pPr marL="987003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4pPr>
            <a:lvl5pPr marL="1316004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5pPr>
            <a:lvl6pPr marL="1645006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6pPr>
            <a:lvl7pPr marL="1974007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7pPr>
            <a:lvl8pPr marL="2303008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8pPr>
            <a:lvl9pPr marL="2632009" indent="0">
              <a:buNone/>
              <a:defRPr sz="115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527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388" y="2336546"/>
            <a:ext cx="2796580" cy="5569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1220" y="2336546"/>
            <a:ext cx="2796580" cy="556910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766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467311"/>
            <a:ext cx="5675412" cy="16965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45" y="2151655"/>
            <a:ext cx="2783728" cy="1054493"/>
          </a:xfrm>
        </p:spPr>
        <p:txBody>
          <a:bodyPr anchor="b"/>
          <a:lstStyle>
            <a:lvl1pPr marL="0" indent="0">
              <a:buNone/>
              <a:defRPr sz="1727" b="1"/>
            </a:lvl1pPr>
            <a:lvl2pPr marL="329001" indent="0">
              <a:buNone/>
              <a:defRPr sz="1439" b="1"/>
            </a:lvl2pPr>
            <a:lvl3pPr marL="658002" indent="0">
              <a:buNone/>
              <a:defRPr sz="1295" b="1"/>
            </a:lvl3pPr>
            <a:lvl4pPr marL="987003" indent="0">
              <a:buNone/>
              <a:defRPr sz="1151" b="1"/>
            </a:lvl4pPr>
            <a:lvl5pPr marL="1316004" indent="0">
              <a:buNone/>
              <a:defRPr sz="1151" b="1"/>
            </a:lvl5pPr>
            <a:lvl6pPr marL="1645006" indent="0">
              <a:buNone/>
              <a:defRPr sz="1151" b="1"/>
            </a:lvl6pPr>
            <a:lvl7pPr marL="1974007" indent="0">
              <a:buNone/>
              <a:defRPr sz="1151" b="1"/>
            </a:lvl7pPr>
            <a:lvl8pPr marL="2303008" indent="0">
              <a:buNone/>
              <a:defRPr sz="1151" b="1"/>
            </a:lvl8pPr>
            <a:lvl9pPr marL="2632009" indent="0">
              <a:buNone/>
              <a:defRPr sz="115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45" y="3206148"/>
            <a:ext cx="2783728" cy="471576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1221" y="2151655"/>
            <a:ext cx="2797437" cy="1054493"/>
          </a:xfrm>
        </p:spPr>
        <p:txBody>
          <a:bodyPr anchor="b"/>
          <a:lstStyle>
            <a:lvl1pPr marL="0" indent="0">
              <a:buNone/>
              <a:defRPr sz="1727" b="1"/>
            </a:lvl1pPr>
            <a:lvl2pPr marL="329001" indent="0">
              <a:buNone/>
              <a:defRPr sz="1439" b="1"/>
            </a:lvl2pPr>
            <a:lvl3pPr marL="658002" indent="0">
              <a:buNone/>
              <a:defRPr sz="1295" b="1"/>
            </a:lvl3pPr>
            <a:lvl4pPr marL="987003" indent="0">
              <a:buNone/>
              <a:defRPr sz="1151" b="1"/>
            </a:lvl4pPr>
            <a:lvl5pPr marL="1316004" indent="0">
              <a:buNone/>
              <a:defRPr sz="1151" b="1"/>
            </a:lvl5pPr>
            <a:lvl6pPr marL="1645006" indent="0">
              <a:buNone/>
              <a:defRPr sz="1151" b="1"/>
            </a:lvl6pPr>
            <a:lvl7pPr marL="1974007" indent="0">
              <a:buNone/>
              <a:defRPr sz="1151" b="1"/>
            </a:lvl7pPr>
            <a:lvl8pPr marL="2303008" indent="0">
              <a:buNone/>
              <a:defRPr sz="1151" b="1"/>
            </a:lvl8pPr>
            <a:lvl9pPr marL="2632009" indent="0">
              <a:buNone/>
              <a:defRPr sz="115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1221" y="3206148"/>
            <a:ext cx="2797437" cy="471576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463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688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9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585152"/>
            <a:ext cx="2122282" cy="2048034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7437" y="1263769"/>
            <a:ext cx="3331220" cy="6237563"/>
          </a:xfrm>
        </p:spPr>
        <p:txBody>
          <a:bodyPr/>
          <a:lstStyle>
            <a:lvl1pPr>
              <a:defRPr sz="2303"/>
            </a:lvl1pPr>
            <a:lvl2pPr>
              <a:defRPr sz="2015"/>
            </a:lvl2pPr>
            <a:lvl3pPr>
              <a:defRPr sz="1727"/>
            </a:lvl3pPr>
            <a:lvl4pPr>
              <a:defRPr sz="1439"/>
            </a:lvl4pPr>
            <a:lvl5pPr>
              <a:defRPr sz="1439"/>
            </a:lvl5pPr>
            <a:lvl6pPr>
              <a:defRPr sz="1439"/>
            </a:lvl6pPr>
            <a:lvl7pPr>
              <a:defRPr sz="1439"/>
            </a:lvl7pPr>
            <a:lvl8pPr>
              <a:defRPr sz="1439"/>
            </a:lvl8pPr>
            <a:lvl9pPr>
              <a:defRPr sz="143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45" y="2633186"/>
            <a:ext cx="2122282" cy="4878304"/>
          </a:xfrm>
        </p:spPr>
        <p:txBody>
          <a:bodyPr/>
          <a:lstStyle>
            <a:lvl1pPr marL="0" indent="0">
              <a:buNone/>
              <a:defRPr sz="1151"/>
            </a:lvl1pPr>
            <a:lvl2pPr marL="329001" indent="0">
              <a:buNone/>
              <a:defRPr sz="1007"/>
            </a:lvl2pPr>
            <a:lvl3pPr marL="658002" indent="0">
              <a:buNone/>
              <a:defRPr sz="864"/>
            </a:lvl3pPr>
            <a:lvl4pPr marL="987003" indent="0">
              <a:buNone/>
              <a:defRPr sz="720"/>
            </a:lvl4pPr>
            <a:lvl5pPr marL="1316004" indent="0">
              <a:buNone/>
              <a:defRPr sz="720"/>
            </a:lvl5pPr>
            <a:lvl6pPr marL="1645006" indent="0">
              <a:buNone/>
              <a:defRPr sz="720"/>
            </a:lvl6pPr>
            <a:lvl7pPr marL="1974007" indent="0">
              <a:buNone/>
              <a:defRPr sz="720"/>
            </a:lvl7pPr>
            <a:lvl8pPr marL="2303008" indent="0">
              <a:buNone/>
              <a:defRPr sz="720"/>
            </a:lvl8pPr>
            <a:lvl9pPr marL="2632009" indent="0">
              <a:buNone/>
              <a:defRPr sz="7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5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45" y="585152"/>
            <a:ext cx="2122282" cy="2048034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7437" y="1263769"/>
            <a:ext cx="3331220" cy="6237563"/>
          </a:xfrm>
        </p:spPr>
        <p:txBody>
          <a:bodyPr anchor="t"/>
          <a:lstStyle>
            <a:lvl1pPr marL="0" indent="0">
              <a:buNone/>
              <a:defRPr sz="2303"/>
            </a:lvl1pPr>
            <a:lvl2pPr marL="329001" indent="0">
              <a:buNone/>
              <a:defRPr sz="2015"/>
            </a:lvl2pPr>
            <a:lvl3pPr marL="658002" indent="0">
              <a:buNone/>
              <a:defRPr sz="1727"/>
            </a:lvl3pPr>
            <a:lvl4pPr marL="987003" indent="0">
              <a:buNone/>
              <a:defRPr sz="1439"/>
            </a:lvl4pPr>
            <a:lvl5pPr marL="1316004" indent="0">
              <a:buNone/>
              <a:defRPr sz="1439"/>
            </a:lvl5pPr>
            <a:lvl6pPr marL="1645006" indent="0">
              <a:buNone/>
              <a:defRPr sz="1439"/>
            </a:lvl6pPr>
            <a:lvl7pPr marL="1974007" indent="0">
              <a:buNone/>
              <a:defRPr sz="1439"/>
            </a:lvl7pPr>
            <a:lvl8pPr marL="2303008" indent="0">
              <a:buNone/>
              <a:defRPr sz="1439"/>
            </a:lvl8pPr>
            <a:lvl9pPr marL="2632009" indent="0">
              <a:buNone/>
              <a:defRPr sz="143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45" y="2633186"/>
            <a:ext cx="2122282" cy="4878304"/>
          </a:xfrm>
        </p:spPr>
        <p:txBody>
          <a:bodyPr/>
          <a:lstStyle>
            <a:lvl1pPr marL="0" indent="0">
              <a:buNone/>
              <a:defRPr sz="1151"/>
            </a:lvl1pPr>
            <a:lvl2pPr marL="329001" indent="0">
              <a:buNone/>
              <a:defRPr sz="1007"/>
            </a:lvl2pPr>
            <a:lvl3pPr marL="658002" indent="0">
              <a:buNone/>
              <a:defRPr sz="864"/>
            </a:lvl3pPr>
            <a:lvl4pPr marL="987003" indent="0">
              <a:buNone/>
              <a:defRPr sz="720"/>
            </a:lvl4pPr>
            <a:lvl5pPr marL="1316004" indent="0">
              <a:buNone/>
              <a:defRPr sz="720"/>
            </a:lvl5pPr>
            <a:lvl6pPr marL="1645006" indent="0">
              <a:buNone/>
              <a:defRPr sz="720"/>
            </a:lvl6pPr>
            <a:lvl7pPr marL="1974007" indent="0">
              <a:buNone/>
              <a:defRPr sz="720"/>
            </a:lvl7pPr>
            <a:lvl8pPr marL="2303008" indent="0">
              <a:buNone/>
              <a:defRPr sz="720"/>
            </a:lvl8pPr>
            <a:lvl9pPr marL="2632009" indent="0">
              <a:buNone/>
              <a:defRPr sz="7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046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544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08947" y="467309"/>
            <a:ext cx="1418853" cy="743834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388" y="467309"/>
            <a:ext cx="4174307" cy="743834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047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388" y="467311"/>
            <a:ext cx="5675412" cy="1696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388" y="2336546"/>
            <a:ext cx="5675412" cy="5569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388" y="8135248"/>
            <a:ext cx="1480542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9688" y="8135248"/>
            <a:ext cx="2220813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7258" y="8135248"/>
            <a:ext cx="1480542" cy="46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873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8002" rtl="0" eaLnBrk="1" latinLnBrk="0" hangingPunct="1">
        <a:lnSpc>
          <a:spcPct val="90000"/>
        </a:lnSpc>
        <a:spcBef>
          <a:spcPct val="0"/>
        </a:spcBef>
        <a:buNone/>
        <a:defRPr sz="31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01" indent="-164501" algn="l" defTabSz="658002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93502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727" kern="1200">
          <a:solidFill>
            <a:schemeClr val="tx1"/>
          </a:solidFill>
          <a:latin typeface="+mn-lt"/>
          <a:ea typeface="+mn-ea"/>
          <a:cs typeface="+mn-cs"/>
        </a:defRPr>
      </a:lvl2pPr>
      <a:lvl3pPr marL="822503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439" kern="1200">
          <a:solidFill>
            <a:schemeClr val="tx1"/>
          </a:solidFill>
          <a:latin typeface="+mn-lt"/>
          <a:ea typeface="+mn-ea"/>
          <a:cs typeface="+mn-cs"/>
        </a:defRPr>
      </a:lvl3pPr>
      <a:lvl4pPr marL="1151504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480505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809506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2138507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467508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796510" indent="-164501" algn="l" defTabSz="658002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1pPr>
      <a:lvl2pPr marL="329001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2pPr>
      <a:lvl3pPr marL="658002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3pPr>
      <a:lvl4pPr marL="987003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4pPr>
      <a:lvl5pPr marL="1316004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5pPr>
      <a:lvl6pPr marL="1645006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6pPr>
      <a:lvl7pPr marL="1974007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7pPr>
      <a:lvl8pPr marL="2303008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8pPr>
      <a:lvl9pPr marL="2632009" algn="l" defTabSz="658002" rtl="0" eaLnBrk="1" latinLnBrk="0" hangingPunct="1">
        <a:defRPr sz="12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C2CC-7519-C922-A8E1-F5B68D81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C7C1B44F-08DB-EE49-6DC0-4414D9DF05E3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7F0FFAA0-CC0A-4FF2-0D9B-612EAA2E5A43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90888671-9618-D55C-57DB-1A7B4C1D8841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29F17E16-18A7-A2E4-168B-E84262B158B3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219330FB-8371-6CBD-65EB-A3F66CBD3737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096692-864C-F183-EBB7-D4ABFEFC718C}"/>
              </a:ext>
            </a:extLst>
          </p:cNvPr>
          <p:cNvSpPr/>
          <p:nvPr/>
        </p:nvSpPr>
        <p:spPr>
          <a:xfrm rot="5400000">
            <a:off x="2340274" y="-2340274"/>
            <a:ext cx="909092" cy="558964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039C08-D0DC-7168-CFC2-5E560F125BF5}"/>
              </a:ext>
            </a:extLst>
          </p:cNvPr>
          <p:cNvSpPr/>
          <p:nvPr/>
        </p:nvSpPr>
        <p:spPr>
          <a:xfrm rot="5400000">
            <a:off x="3012033" y="-1998057"/>
            <a:ext cx="882061" cy="5397910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DFCD560-30D2-D9D3-9DA0-98045111C273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BBEB30-8E11-56F7-EB1C-57D0C5CA4788}"/>
              </a:ext>
            </a:extLst>
          </p:cNvPr>
          <p:cNvSpPr/>
          <p:nvPr/>
        </p:nvSpPr>
        <p:spPr>
          <a:xfrm rot="5400000">
            <a:off x="3816316" y="6013415"/>
            <a:ext cx="909092" cy="4633401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8C6FBC-3E66-F344-2A08-7C1D6F1507FB}"/>
              </a:ext>
            </a:extLst>
          </p:cNvPr>
          <p:cNvSpPr/>
          <p:nvPr/>
        </p:nvSpPr>
        <p:spPr>
          <a:xfrm rot="5400000">
            <a:off x="4586890" y="6528326"/>
            <a:ext cx="882061" cy="3119282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4894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8E1E-AE8A-2569-ABC9-8133A9CC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089E1E87-FB8D-71BA-2614-B01607221A70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1EC16C49-7EAD-3C44-6E74-8F698B24C26F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28F2A255-C2EA-F981-C884-5786EF7CF16E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30608CA1-24F5-F01C-9134-EC8D2CAB8149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DFDA2FE1-095D-9E7C-8D83-A8D76797BAB6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23EE7D-D1BC-CF8F-E827-88C431C8C314}"/>
              </a:ext>
            </a:extLst>
          </p:cNvPr>
          <p:cNvSpPr/>
          <p:nvPr/>
        </p:nvSpPr>
        <p:spPr>
          <a:xfrm rot="5400000">
            <a:off x="3816316" y="6013415"/>
            <a:ext cx="909092" cy="4633401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34141A7-2A61-1B35-34B0-DE1BA166A8E8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B32D696-C85C-A0E3-CC44-C2B93EDFC1B5}"/>
              </a:ext>
            </a:extLst>
          </p:cNvPr>
          <p:cNvSpPr/>
          <p:nvPr/>
        </p:nvSpPr>
        <p:spPr>
          <a:xfrm rot="5400000">
            <a:off x="4586890" y="6528326"/>
            <a:ext cx="882061" cy="3119282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36B5E2-5797-5515-4A4F-0698DB2041B9}"/>
              </a:ext>
            </a:extLst>
          </p:cNvPr>
          <p:cNvSpPr txBox="1"/>
          <p:nvPr/>
        </p:nvSpPr>
        <p:spPr>
          <a:xfrm>
            <a:off x="1629915" y="1608643"/>
            <a:ext cx="4318986" cy="251204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49351" tIns="24676" rIns="49351" bIns="246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DIMENSÕES INSTAGRAM</a:t>
            </a:r>
          </a:p>
          <a:p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Feed: 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(3:4)</a:t>
            </a:r>
            <a:endParaRPr lang="en-US" sz="2000" dirty="0">
              <a:solidFill>
                <a:schemeClr val="bg1"/>
              </a:solidFill>
              <a:highlight>
                <a:srgbClr val="1F1F1F"/>
              </a:highlight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 (Quadrado):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Stories e Reels: 1080 x 1920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(9:16)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Foto de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Perfil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: 320 x 320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Anúncios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Carrossel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ou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FBAA3-A27D-C2BF-1DF2-449108B2B456}"/>
              </a:ext>
            </a:extLst>
          </p:cNvPr>
          <p:cNvSpPr txBox="1"/>
          <p:nvPr/>
        </p:nvSpPr>
        <p:spPr>
          <a:xfrm>
            <a:off x="729809" y="338358"/>
            <a:ext cx="4318986" cy="35761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49351" tIns="24676" rIns="49351" bIns="246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3C2012"/>
                </a:solidFill>
                <a:latin typeface="Lato Light" panose="020F0302020204030203" pitchFamily="34" charset="0"/>
              </a:rPr>
              <a:t>TÍTULOS</a:t>
            </a:r>
          </a:p>
        </p:txBody>
      </p:sp>
    </p:spTree>
    <p:extLst>
      <p:ext uri="{BB962C8B-B14F-4D97-AF65-F5344CB8AC3E}">
        <p14:creationId xmlns:p14="http://schemas.microsoft.com/office/powerpoint/2010/main" val="376983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A0F3-F788-9544-2475-EC68AE1D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E4E165F0-0A91-C9E6-B7EC-A204E3D42EBA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27B9F7FA-15E2-3524-DB38-77C7C6FD2F26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90258CB3-3700-584E-BC88-3581D02C1D84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C3428EC2-9F63-92CF-686E-371E34CC7727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1848EC08-72B4-D1CB-9D2E-670CF3566F03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588605-72C2-477A-16CE-DC10E73DA0A2}"/>
              </a:ext>
            </a:extLst>
          </p:cNvPr>
          <p:cNvSpPr/>
          <p:nvPr/>
        </p:nvSpPr>
        <p:spPr>
          <a:xfrm>
            <a:off x="1440727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F4C82E-4DD4-32F9-80D2-6751E333FBA2}"/>
              </a:ext>
            </a:extLst>
          </p:cNvPr>
          <p:cNvSpPr/>
          <p:nvPr/>
        </p:nvSpPr>
        <p:spPr>
          <a:xfrm rot="5400000">
            <a:off x="2831978" y="5036335"/>
            <a:ext cx="909092" cy="6587562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25918E-D2F4-1F9A-DEB3-19E065A583E9}"/>
              </a:ext>
            </a:extLst>
          </p:cNvPr>
          <p:cNvSpPr/>
          <p:nvPr/>
        </p:nvSpPr>
        <p:spPr>
          <a:xfrm rot="5400000">
            <a:off x="2845492" y="4794186"/>
            <a:ext cx="882061" cy="6587563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620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00DE-3CD4-B8BE-282C-43D70551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FDF3D8B6-5657-659B-6D9E-47B2849DB1C4}"/>
              </a:ext>
            </a:extLst>
          </p:cNvPr>
          <p:cNvSpPr>
            <a:spLocks noChangeAspect="1"/>
          </p:cNvSpPr>
          <p:nvPr/>
        </p:nvSpPr>
        <p:spPr>
          <a:xfrm>
            <a:off x="5408908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647054D4-46B7-7806-A627-546C1F5D13FB}"/>
              </a:ext>
            </a:extLst>
          </p:cNvPr>
          <p:cNvSpPr>
            <a:spLocks noChangeAspect="1"/>
          </p:cNvSpPr>
          <p:nvPr/>
        </p:nvSpPr>
        <p:spPr>
          <a:xfrm>
            <a:off x="5408908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0BAE2E32-FE05-D5FB-60CF-9112D4E48291}"/>
              </a:ext>
            </a:extLst>
          </p:cNvPr>
          <p:cNvSpPr>
            <a:spLocks noChangeAspect="1"/>
          </p:cNvSpPr>
          <p:nvPr/>
        </p:nvSpPr>
        <p:spPr>
          <a:xfrm>
            <a:off x="5408908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5B987827-9901-00D4-27F5-F147FD4E9CA9}"/>
              </a:ext>
            </a:extLst>
          </p:cNvPr>
          <p:cNvSpPr>
            <a:spLocks noChangeAspect="1"/>
          </p:cNvSpPr>
          <p:nvPr/>
        </p:nvSpPr>
        <p:spPr>
          <a:xfrm>
            <a:off x="5395900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F5714644-38E9-C7D7-6096-9048F322ADE1}"/>
              </a:ext>
            </a:extLst>
          </p:cNvPr>
          <p:cNvSpPr>
            <a:spLocks noChangeAspect="1"/>
          </p:cNvSpPr>
          <p:nvPr/>
        </p:nvSpPr>
        <p:spPr>
          <a:xfrm>
            <a:off x="5395900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32B666-3553-41A7-71F5-E013504527A5}"/>
              </a:ext>
            </a:extLst>
          </p:cNvPr>
          <p:cNvSpPr/>
          <p:nvPr/>
        </p:nvSpPr>
        <p:spPr>
          <a:xfrm rot="5400000">
            <a:off x="1928938" y="6008864"/>
            <a:ext cx="839488" cy="4697363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8A4E83-5A38-1A99-A91E-CBFD79ED602E}"/>
              </a:ext>
            </a:extLst>
          </p:cNvPr>
          <p:cNvSpPr/>
          <p:nvPr/>
        </p:nvSpPr>
        <p:spPr>
          <a:xfrm rot="5400000">
            <a:off x="1391823" y="6247854"/>
            <a:ext cx="882061" cy="3680227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012FDA3-8489-6617-3DD0-5B9BCB5B7DE5}"/>
              </a:ext>
            </a:extLst>
          </p:cNvPr>
          <p:cNvSpPr/>
          <p:nvPr/>
        </p:nvSpPr>
        <p:spPr>
          <a:xfrm>
            <a:off x="410215" y="1342154"/>
            <a:ext cx="4697362" cy="6092979"/>
          </a:xfrm>
          <a:prstGeom prst="roundRect">
            <a:avLst>
              <a:gd name="adj" fmla="val 10201"/>
            </a:avLst>
          </a:pr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65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811-E798-EBE3-D2F7-451B3C83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D13C3485-C8F7-35D0-7966-D78BBA60653B}"/>
              </a:ext>
            </a:extLst>
          </p:cNvPr>
          <p:cNvSpPr>
            <a:spLocks noChangeAspect="1"/>
          </p:cNvSpPr>
          <p:nvPr/>
        </p:nvSpPr>
        <p:spPr>
          <a:xfrm>
            <a:off x="274933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029C3843-F9F9-A2B9-113C-DD17956F9FD5}"/>
              </a:ext>
            </a:extLst>
          </p:cNvPr>
          <p:cNvSpPr>
            <a:spLocks noChangeAspect="1"/>
          </p:cNvSpPr>
          <p:nvPr/>
        </p:nvSpPr>
        <p:spPr>
          <a:xfrm>
            <a:off x="274933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CCE109C1-95D5-7D06-E347-6170BAB0A0AC}"/>
              </a:ext>
            </a:extLst>
          </p:cNvPr>
          <p:cNvSpPr>
            <a:spLocks noChangeAspect="1"/>
          </p:cNvSpPr>
          <p:nvPr/>
        </p:nvSpPr>
        <p:spPr>
          <a:xfrm>
            <a:off x="274933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109CB6F8-28A1-3FAA-A3F7-0237330689EA}"/>
              </a:ext>
            </a:extLst>
          </p:cNvPr>
          <p:cNvSpPr>
            <a:spLocks noChangeAspect="1"/>
          </p:cNvSpPr>
          <p:nvPr/>
        </p:nvSpPr>
        <p:spPr>
          <a:xfrm>
            <a:off x="261925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880AF323-2D85-629E-AB57-523DF0966643}"/>
              </a:ext>
            </a:extLst>
          </p:cNvPr>
          <p:cNvSpPr>
            <a:spLocks noChangeAspect="1"/>
          </p:cNvSpPr>
          <p:nvPr/>
        </p:nvSpPr>
        <p:spPr>
          <a:xfrm>
            <a:off x="261925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8CA3FAD2-B040-EF81-30A7-4E69841E6BEC}"/>
              </a:ext>
            </a:extLst>
          </p:cNvPr>
          <p:cNvSpPr/>
          <p:nvPr/>
        </p:nvSpPr>
        <p:spPr>
          <a:xfrm>
            <a:off x="1440726" y="1342154"/>
            <a:ext cx="5139462" cy="6092979"/>
          </a:xfrm>
          <a:custGeom>
            <a:avLst/>
            <a:gdLst>
              <a:gd name="csX0" fmla="*/ 596903 w 5139462"/>
              <a:gd name="csY0" fmla="*/ 0 h 6092979"/>
              <a:gd name="csX1" fmla="*/ 5139462 w 5139462"/>
              <a:gd name="csY1" fmla="*/ 0 h 6092979"/>
              <a:gd name="csX2" fmla="*/ 5139462 w 5139462"/>
              <a:gd name="csY2" fmla="*/ 6092979 h 6092979"/>
              <a:gd name="csX3" fmla="*/ 596903 w 5139462"/>
              <a:gd name="csY3" fmla="*/ 6092979 h 6092979"/>
              <a:gd name="csX4" fmla="*/ 0 w 5139462"/>
              <a:gd name="csY4" fmla="*/ 5496076 h 6092979"/>
              <a:gd name="csX5" fmla="*/ 0 w 5139462"/>
              <a:gd name="csY5" fmla="*/ 596903 h 6092979"/>
              <a:gd name="csX6" fmla="*/ 596903 w 5139462"/>
              <a:gd name="csY6" fmla="*/ 0 h 6092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39462" h="6092979">
                <a:moveTo>
                  <a:pt x="596903" y="0"/>
                </a:moveTo>
                <a:lnTo>
                  <a:pt x="5139462" y="0"/>
                </a:lnTo>
                <a:lnTo>
                  <a:pt x="5139462" y="6092979"/>
                </a:lnTo>
                <a:lnTo>
                  <a:pt x="596903" y="6092979"/>
                </a:lnTo>
                <a:cubicBezTo>
                  <a:pt x="267243" y="6092979"/>
                  <a:pt x="0" y="5825736"/>
                  <a:pt x="0" y="5496076"/>
                </a:cubicBezTo>
                <a:lnTo>
                  <a:pt x="0" y="596903"/>
                </a:lnTo>
                <a:cubicBezTo>
                  <a:pt x="0" y="267243"/>
                  <a:pt x="267243" y="0"/>
                  <a:pt x="596903" y="0"/>
                </a:cubicBezTo>
                <a:close/>
              </a:path>
            </a:pathLst>
          </a:cu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518F4C8-2420-A161-47D6-8A44E06FFA3C}"/>
              </a:ext>
            </a:extLst>
          </p:cNvPr>
          <p:cNvSpPr/>
          <p:nvPr/>
        </p:nvSpPr>
        <p:spPr>
          <a:xfrm rot="5400000">
            <a:off x="2835665" y="5032648"/>
            <a:ext cx="901718" cy="6587562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ABE5E3-0B3A-48DE-BD86-FB55917BA76A}"/>
              </a:ext>
            </a:extLst>
          </p:cNvPr>
          <p:cNvSpPr/>
          <p:nvPr/>
        </p:nvSpPr>
        <p:spPr>
          <a:xfrm rot="5400000">
            <a:off x="2845492" y="4794186"/>
            <a:ext cx="882061" cy="6587563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2442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C3D5-8726-2DD1-64C1-6D99565E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9DB96BA6-FA4F-E1A8-82C3-B196E58DFFB6}"/>
              </a:ext>
            </a:extLst>
          </p:cNvPr>
          <p:cNvSpPr>
            <a:spLocks noChangeAspect="1"/>
          </p:cNvSpPr>
          <p:nvPr/>
        </p:nvSpPr>
        <p:spPr>
          <a:xfrm>
            <a:off x="5408908" y="1505094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3C2012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9" name="Gráfico 6">
            <a:extLst>
              <a:ext uri="{FF2B5EF4-FFF2-40B4-BE49-F238E27FC236}">
                <a16:creationId xmlns:a16="http://schemas.microsoft.com/office/drawing/2014/main" id="{75700635-4C29-A261-F96E-2B40CEDA28D6}"/>
              </a:ext>
            </a:extLst>
          </p:cNvPr>
          <p:cNvSpPr>
            <a:spLocks noChangeAspect="1"/>
          </p:cNvSpPr>
          <p:nvPr/>
        </p:nvSpPr>
        <p:spPr>
          <a:xfrm>
            <a:off x="5408908" y="2719596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02D17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Gráfico 6">
            <a:extLst>
              <a:ext uri="{FF2B5EF4-FFF2-40B4-BE49-F238E27FC236}">
                <a16:creationId xmlns:a16="http://schemas.microsoft.com/office/drawing/2014/main" id="{871B5716-6747-C3B4-6DB7-C953B33D2124}"/>
              </a:ext>
            </a:extLst>
          </p:cNvPr>
          <p:cNvSpPr>
            <a:spLocks noChangeAspect="1"/>
          </p:cNvSpPr>
          <p:nvPr/>
        </p:nvSpPr>
        <p:spPr>
          <a:xfrm>
            <a:off x="5408908" y="3934098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5E2A14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6">
            <a:extLst>
              <a:ext uri="{FF2B5EF4-FFF2-40B4-BE49-F238E27FC236}">
                <a16:creationId xmlns:a16="http://schemas.microsoft.com/office/drawing/2014/main" id="{62474F6E-182C-F3F5-A437-A1B7967A8F3D}"/>
              </a:ext>
            </a:extLst>
          </p:cNvPr>
          <p:cNvSpPr>
            <a:spLocks noChangeAspect="1"/>
          </p:cNvSpPr>
          <p:nvPr/>
        </p:nvSpPr>
        <p:spPr>
          <a:xfrm>
            <a:off x="5395900" y="5096425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8F542A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3" name="Gráfico 6">
            <a:extLst>
              <a:ext uri="{FF2B5EF4-FFF2-40B4-BE49-F238E27FC236}">
                <a16:creationId xmlns:a16="http://schemas.microsoft.com/office/drawing/2014/main" id="{04209835-BB0F-F583-A951-E6A8BFB3914B}"/>
              </a:ext>
            </a:extLst>
          </p:cNvPr>
          <p:cNvSpPr>
            <a:spLocks noChangeAspect="1"/>
          </p:cNvSpPr>
          <p:nvPr/>
        </p:nvSpPr>
        <p:spPr>
          <a:xfrm>
            <a:off x="5395900" y="6310927"/>
            <a:ext cx="909752" cy="909092"/>
          </a:xfrm>
          <a:custGeom>
            <a:avLst/>
            <a:gdLst>
              <a:gd name="csX0" fmla="*/ 1574328 w 2618843"/>
              <a:gd name="csY0" fmla="*/ 37 h 2616942"/>
              <a:gd name="csX1" fmla="*/ 983725 w 2618843"/>
              <a:gd name="csY1" fmla="*/ 664 h 2616942"/>
              <a:gd name="csX2" fmla="*/ 983008 w 2618843"/>
              <a:gd name="csY2" fmla="*/ 710 h 2616942"/>
              <a:gd name="csX3" fmla="*/ 982718 w 2618843"/>
              <a:gd name="csY3" fmla="*/ 742 h 2616942"/>
              <a:gd name="csX4" fmla="*/ 982655 w 2618843"/>
              <a:gd name="csY4" fmla="*/ 742 h 2616942"/>
              <a:gd name="csX5" fmla="*/ 982624 w 2618843"/>
              <a:gd name="csY5" fmla="*/ 742 h 2616942"/>
              <a:gd name="csX6" fmla="*/ 981892 w 2618843"/>
              <a:gd name="csY6" fmla="*/ 863 h 2616942"/>
              <a:gd name="csX7" fmla="*/ 981663 w 2618843"/>
              <a:gd name="csY7" fmla="*/ 910 h 2616942"/>
              <a:gd name="csX8" fmla="*/ 981434 w 2618843"/>
              <a:gd name="csY8" fmla="*/ 957 h 2616942"/>
              <a:gd name="csX9" fmla="*/ 981327 w 2618843"/>
              <a:gd name="csY9" fmla="*/ 989 h 2616942"/>
              <a:gd name="csX10" fmla="*/ 980960 w 2618843"/>
              <a:gd name="csY10" fmla="*/ 1111 h 2616942"/>
              <a:gd name="csX11" fmla="*/ 980762 w 2618843"/>
              <a:gd name="csY11" fmla="*/ 1189 h 2616942"/>
              <a:gd name="csX12" fmla="*/ 980289 w 2618843"/>
              <a:gd name="csY12" fmla="*/ 1357 h 2616942"/>
              <a:gd name="csX13" fmla="*/ 979907 w 2618843"/>
              <a:gd name="csY13" fmla="*/ 1525 h 2616942"/>
              <a:gd name="csX14" fmla="*/ 979755 w 2618843"/>
              <a:gd name="csY14" fmla="*/ 1603 h 2616942"/>
              <a:gd name="csX15" fmla="*/ 979388 w 2618843"/>
              <a:gd name="csY15" fmla="*/ 1771 h 2616942"/>
              <a:gd name="csX16" fmla="*/ 979342 w 2618843"/>
              <a:gd name="csY16" fmla="*/ 1802 h 2616942"/>
              <a:gd name="csX17" fmla="*/ 977845 w 2618843"/>
              <a:gd name="csY17" fmla="*/ 2886 h 2616942"/>
              <a:gd name="csX18" fmla="*/ 977662 w 2618843"/>
              <a:gd name="csY18" fmla="*/ 3039 h 2616942"/>
              <a:gd name="csX19" fmla="*/ 977525 w 2618843"/>
              <a:gd name="csY19" fmla="*/ 3160 h 2616942"/>
              <a:gd name="csX20" fmla="*/ 977250 w 2618843"/>
              <a:gd name="csY20" fmla="*/ 3466 h 2616942"/>
              <a:gd name="csX21" fmla="*/ 977098 w 2618843"/>
              <a:gd name="csY21" fmla="*/ 3634 h 2616942"/>
              <a:gd name="csX22" fmla="*/ 976808 w 2618843"/>
              <a:gd name="csY22" fmla="*/ 3955 h 2616942"/>
              <a:gd name="csX23" fmla="*/ 976745 w 2618843"/>
              <a:gd name="csY23" fmla="*/ 4046 h 2616942"/>
              <a:gd name="csX24" fmla="*/ 976714 w 2618843"/>
              <a:gd name="csY24" fmla="*/ 4077 h 2616942"/>
              <a:gd name="csX25" fmla="*/ 976439 w 2618843"/>
              <a:gd name="csY25" fmla="*/ 4474 h 2616942"/>
              <a:gd name="csX26" fmla="*/ 976347 w 2618843"/>
              <a:gd name="csY26" fmla="*/ 4612 h 2616942"/>
              <a:gd name="csX27" fmla="*/ 976225 w 2618843"/>
              <a:gd name="csY27" fmla="*/ 4780 h 2616942"/>
              <a:gd name="csX28" fmla="*/ 976178 w 2618843"/>
              <a:gd name="csY28" fmla="*/ 4871 h 2616942"/>
              <a:gd name="csX29" fmla="*/ 975888 w 2618843"/>
              <a:gd name="csY29" fmla="*/ 5436 h 2616942"/>
              <a:gd name="csX30" fmla="*/ 975675 w 2618843"/>
              <a:gd name="csY30" fmla="*/ 5818 h 2616942"/>
              <a:gd name="csX31" fmla="*/ 975613 w 2618843"/>
              <a:gd name="csY31" fmla="*/ 5925 h 2616942"/>
              <a:gd name="csX32" fmla="*/ 975581 w 2618843"/>
              <a:gd name="csY32" fmla="*/ 5987 h 2616942"/>
              <a:gd name="csX33" fmla="*/ 975566 w 2618843"/>
              <a:gd name="csY33" fmla="*/ 6034 h 2616942"/>
              <a:gd name="csX34" fmla="*/ 975566 w 2618843"/>
              <a:gd name="csY34" fmla="*/ 6066 h 2616942"/>
              <a:gd name="csX35" fmla="*/ 975519 w 2618843"/>
              <a:gd name="csY35" fmla="*/ 6173 h 2616942"/>
              <a:gd name="csX36" fmla="*/ 975472 w 2618843"/>
              <a:gd name="csY36" fmla="*/ 6264 h 2616942"/>
              <a:gd name="csX37" fmla="*/ 975182 w 2618843"/>
              <a:gd name="csY37" fmla="*/ 7149 h 2616942"/>
              <a:gd name="csX38" fmla="*/ 975182 w 2618843"/>
              <a:gd name="csY38" fmla="*/ 7181 h 2616942"/>
              <a:gd name="csX39" fmla="*/ 975119 w 2618843"/>
              <a:gd name="csY39" fmla="*/ 7440 h 2616942"/>
              <a:gd name="csX40" fmla="*/ 975104 w 2618843"/>
              <a:gd name="csY40" fmla="*/ 7471 h 2616942"/>
              <a:gd name="csX41" fmla="*/ 975104 w 2618843"/>
              <a:gd name="csY41" fmla="*/ 7518 h 2616942"/>
              <a:gd name="csX42" fmla="*/ 974951 w 2618843"/>
              <a:gd name="csY42" fmla="*/ 8297 h 2616942"/>
              <a:gd name="csX43" fmla="*/ 974904 w 2618843"/>
              <a:gd name="csY43" fmla="*/ 8526 h 2616942"/>
              <a:gd name="csX44" fmla="*/ 974904 w 2618843"/>
              <a:gd name="csY44" fmla="*/ 8557 h 2616942"/>
              <a:gd name="csX45" fmla="*/ 974842 w 2618843"/>
              <a:gd name="csY45" fmla="*/ 9366 h 2616942"/>
              <a:gd name="csX46" fmla="*/ 974826 w 2618843"/>
              <a:gd name="csY46" fmla="*/ 9565 h 2616942"/>
              <a:gd name="csX47" fmla="*/ 974826 w 2618843"/>
              <a:gd name="csY47" fmla="*/ 9627 h 2616942"/>
              <a:gd name="csX48" fmla="*/ 974826 w 2618843"/>
              <a:gd name="csY48" fmla="*/ 9690 h 2616942"/>
              <a:gd name="csX49" fmla="*/ 974826 w 2618843"/>
              <a:gd name="csY49" fmla="*/ 9827 h 2616942"/>
              <a:gd name="csX50" fmla="*/ 974826 w 2618843"/>
              <a:gd name="csY50" fmla="*/ 9874 h 2616942"/>
              <a:gd name="csX51" fmla="*/ 974842 w 2618843"/>
              <a:gd name="csY51" fmla="*/ 24315 h 2616942"/>
              <a:gd name="csX52" fmla="*/ 974842 w 2618843"/>
              <a:gd name="csY52" fmla="*/ 24331 h 2616942"/>
              <a:gd name="csX53" fmla="*/ 974842 w 2618843"/>
              <a:gd name="csY53" fmla="*/ 24362 h 2616942"/>
              <a:gd name="csX54" fmla="*/ 974920 w 2618843"/>
              <a:gd name="csY54" fmla="*/ 25461 h 2616942"/>
              <a:gd name="csX55" fmla="*/ 974920 w 2618843"/>
              <a:gd name="csY55" fmla="*/ 25508 h 2616942"/>
              <a:gd name="csX56" fmla="*/ 974920 w 2618843"/>
              <a:gd name="csY56" fmla="*/ 25524 h 2616942"/>
              <a:gd name="csX57" fmla="*/ 975149 w 2618843"/>
              <a:gd name="csY57" fmla="*/ 26608 h 2616942"/>
              <a:gd name="csX58" fmla="*/ 983545 w 2618843"/>
              <a:gd name="csY58" fmla="*/ 33065 h 2616942"/>
              <a:gd name="csX59" fmla="*/ 1152288 w 2618843"/>
              <a:gd name="csY59" fmla="*/ 201425 h 2616942"/>
              <a:gd name="csX60" fmla="*/ 1152288 w 2618843"/>
              <a:gd name="csY60" fmla="*/ 201441 h 2616942"/>
              <a:gd name="csX61" fmla="*/ 1152288 w 2618843"/>
              <a:gd name="csY61" fmla="*/ 201457 h 2616942"/>
              <a:gd name="csX62" fmla="*/ 1152912 w 2618843"/>
              <a:gd name="csY62" fmla="*/ 747837 h 2616942"/>
              <a:gd name="csX63" fmla="*/ 1161613 w 2618843"/>
              <a:gd name="csY63" fmla="*/ 756508 h 2616942"/>
              <a:gd name="csX64" fmla="*/ 1397677 w 2618843"/>
              <a:gd name="csY64" fmla="*/ 756279 h 2616942"/>
              <a:gd name="csX65" fmla="*/ 1397951 w 2618843"/>
              <a:gd name="csY65" fmla="*/ 756263 h 2616942"/>
              <a:gd name="csX66" fmla="*/ 1398226 w 2618843"/>
              <a:gd name="csY66" fmla="*/ 756247 h 2616942"/>
              <a:gd name="csX67" fmla="*/ 1398989 w 2618843"/>
              <a:gd name="csY67" fmla="*/ 756185 h 2616942"/>
              <a:gd name="csX68" fmla="*/ 1399187 w 2618843"/>
              <a:gd name="csY68" fmla="*/ 756138 h 2616942"/>
              <a:gd name="csX69" fmla="*/ 1399431 w 2618843"/>
              <a:gd name="csY69" fmla="*/ 756091 h 2616942"/>
              <a:gd name="csX70" fmla="*/ 1400042 w 2618843"/>
              <a:gd name="csY70" fmla="*/ 755969 h 2616942"/>
              <a:gd name="csX71" fmla="*/ 1400104 w 2618843"/>
              <a:gd name="csY71" fmla="*/ 755969 h 2616942"/>
              <a:gd name="csX72" fmla="*/ 1400471 w 2618843"/>
              <a:gd name="csY72" fmla="*/ 755832 h 2616942"/>
              <a:gd name="csX73" fmla="*/ 1400700 w 2618843"/>
              <a:gd name="csY73" fmla="*/ 755754 h 2616942"/>
              <a:gd name="csX74" fmla="*/ 1401036 w 2618843"/>
              <a:gd name="csY74" fmla="*/ 755647 h 2616942"/>
              <a:gd name="csX75" fmla="*/ 1401083 w 2618843"/>
              <a:gd name="csY75" fmla="*/ 755631 h 2616942"/>
              <a:gd name="csX76" fmla="*/ 1401464 w 2618843"/>
              <a:gd name="csY76" fmla="*/ 755448 h 2616942"/>
              <a:gd name="csX77" fmla="*/ 1401617 w 2618843"/>
              <a:gd name="csY77" fmla="*/ 755386 h 2616942"/>
              <a:gd name="csX78" fmla="*/ 1402257 w 2618843"/>
              <a:gd name="csY78" fmla="*/ 755065 h 2616942"/>
              <a:gd name="csX79" fmla="*/ 1402380 w 2618843"/>
              <a:gd name="csY79" fmla="*/ 754987 h 2616942"/>
              <a:gd name="csX80" fmla="*/ 1402471 w 2618843"/>
              <a:gd name="csY80" fmla="*/ 754924 h 2616942"/>
              <a:gd name="csX81" fmla="*/ 1403142 w 2618843"/>
              <a:gd name="csY81" fmla="*/ 754482 h 2616942"/>
              <a:gd name="csX82" fmla="*/ 1403158 w 2618843"/>
              <a:gd name="csY82" fmla="*/ 754466 h 2616942"/>
              <a:gd name="csX83" fmla="*/ 1403417 w 2618843"/>
              <a:gd name="csY83" fmla="*/ 754237 h 2616942"/>
              <a:gd name="csX84" fmla="*/ 1403936 w 2618843"/>
              <a:gd name="csY84" fmla="*/ 753795 h 2616942"/>
              <a:gd name="csX85" fmla="*/ 1404334 w 2618843"/>
              <a:gd name="csY85" fmla="*/ 753383 h 2616942"/>
              <a:gd name="csX86" fmla="*/ 1404425 w 2618843"/>
              <a:gd name="csY86" fmla="*/ 753276 h 2616942"/>
              <a:gd name="csX87" fmla="*/ 1404745 w 2618843"/>
              <a:gd name="csY87" fmla="*/ 752909 h 2616942"/>
              <a:gd name="csX88" fmla="*/ 1405005 w 2618843"/>
              <a:gd name="csY88" fmla="*/ 752559 h 2616942"/>
              <a:gd name="csX89" fmla="*/ 1405052 w 2618843"/>
              <a:gd name="csY89" fmla="*/ 752480 h 2616942"/>
              <a:gd name="csX90" fmla="*/ 1405342 w 2618843"/>
              <a:gd name="csY90" fmla="*/ 752038 h 2616942"/>
              <a:gd name="csX91" fmla="*/ 1405389 w 2618843"/>
              <a:gd name="csY91" fmla="*/ 751946 h 2616942"/>
              <a:gd name="csX92" fmla="*/ 1405496 w 2618843"/>
              <a:gd name="csY92" fmla="*/ 751748 h 2616942"/>
              <a:gd name="csX93" fmla="*/ 1405618 w 2618843"/>
              <a:gd name="csY93" fmla="*/ 751535 h 2616942"/>
              <a:gd name="csX94" fmla="*/ 1405877 w 2618843"/>
              <a:gd name="csY94" fmla="*/ 751046 h 2616942"/>
              <a:gd name="csX95" fmla="*/ 1405893 w 2618843"/>
              <a:gd name="csY95" fmla="*/ 750999 h 2616942"/>
              <a:gd name="csX96" fmla="*/ 1405908 w 2618843"/>
              <a:gd name="csY96" fmla="*/ 750984 h 2616942"/>
              <a:gd name="csX97" fmla="*/ 1405924 w 2618843"/>
              <a:gd name="csY97" fmla="*/ 750921 h 2616942"/>
              <a:gd name="csX98" fmla="*/ 1406015 w 2618843"/>
              <a:gd name="csY98" fmla="*/ 750708 h 2616942"/>
              <a:gd name="csX99" fmla="*/ 1406291 w 2618843"/>
              <a:gd name="csY99" fmla="*/ 749960 h 2616942"/>
              <a:gd name="csX100" fmla="*/ 1406338 w 2618843"/>
              <a:gd name="csY100" fmla="*/ 749761 h 2616942"/>
              <a:gd name="csX101" fmla="*/ 1406551 w 2618843"/>
              <a:gd name="csY101" fmla="*/ 748830 h 2616942"/>
              <a:gd name="csX102" fmla="*/ 1406582 w 2618843"/>
              <a:gd name="csY102" fmla="*/ 748678 h 2616942"/>
              <a:gd name="csX103" fmla="*/ 1406582 w 2618843"/>
              <a:gd name="csY103" fmla="*/ 748662 h 2616942"/>
              <a:gd name="csX104" fmla="*/ 1406673 w 2618843"/>
              <a:gd name="csY104" fmla="*/ 747639 h 2616942"/>
              <a:gd name="csX105" fmla="*/ 1406673 w 2618843"/>
              <a:gd name="csY105" fmla="*/ 747441 h 2616942"/>
              <a:gd name="csX106" fmla="*/ 1406689 w 2618843"/>
              <a:gd name="csY106" fmla="*/ 747212 h 2616942"/>
              <a:gd name="csX107" fmla="*/ 1405972 w 2618843"/>
              <a:gd name="csY107" fmla="*/ 111673 h 2616942"/>
              <a:gd name="csX108" fmla="*/ 1411238 w 2618843"/>
              <a:gd name="csY108" fmla="*/ 106406 h 2616942"/>
              <a:gd name="csX109" fmla="*/ 1574395 w 2618843"/>
              <a:gd name="csY109" fmla="*/ 106193 h 2616942"/>
              <a:gd name="csX110" fmla="*/ 1574410 w 2618843"/>
              <a:gd name="csY110" fmla="*/ 106193 h 2616942"/>
              <a:gd name="csX111" fmla="*/ 1574441 w 2618843"/>
              <a:gd name="csY111" fmla="*/ 106193 h 2616942"/>
              <a:gd name="csX112" fmla="*/ 1905944 w 2618843"/>
              <a:gd name="csY112" fmla="*/ 436839 h 2616942"/>
              <a:gd name="csX113" fmla="*/ 1881382 w 2618843"/>
              <a:gd name="csY113" fmla="*/ 562731 h 2616942"/>
              <a:gd name="csX114" fmla="*/ 1880924 w 2618843"/>
              <a:gd name="csY114" fmla="*/ 563586 h 2616942"/>
              <a:gd name="csX115" fmla="*/ 1880207 w 2618843"/>
              <a:gd name="csY115" fmla="*/ 564945 h 2616942"/>
              <a:gd name="csX116" fmla="*/ 1857874 w 2618843"/>
              <a:gd name="csY116" fmla="*/ 608787 h 2616942"/>
              <a:gd name="csX117" fmla="*/ 1857080 w 2618843"/>
              <a:gd name="csY117" fmla="*/ 609947 h 2616942"/>
              <a:gd name="csX118" fmla="*/ 1830030 w 2618843"/>
              <a:gd name="csY118" fmla="*/ 647912 h 2616942"/>
              <a:gd name="csX119" fmla="*/ 1825725 w 2618843"/>
              <a:gd name="csY119" fmla="*/ 652522 h 2616942"/>
              <a:gd name="csX120" fmla="*/ 1796858 w 2618843"/>
              <a:gd name="csY120" fmla="*/ 682579 h 2616942"/>
              <a:gd name="csX121" fmla="*/ 1792065 w 2618843"/>
              <a:gd name="csY121" fmla="*/ 686426 h 2616942"/>
              <a:gd name="csX122" fmla="*/ 1758923 w 2618843"/>
              <a:gd name="csY122" fmla="*/ 712163 h 2616942"/>
              <a:gd name="csX123" fmla="*/ 1756237 w 2618843"/>
              <a:gd name="csY123" fmla="*/ 713751 h 2616942"/>
              <a:gd name="csX124" fmla="*/ 1717264 w 2618843"/>
              <a:gd name="csY124" fmla="*/ 735901 h 2616942"/>
              <a:gd name="csX125" fmla="*/ 1717249 w 2618843"/>
              <a:gd name="csY125" fmla="*/ 735901 h 2616942"/>
              <a:gd name="csX126" fmla="*/ 1715783 w 2618843"/>
              <a:gd name="csY126" fmla="*/ 736496 h 2616942"/>
              <a:gd name="csX127" fmla="*/ 1715783 w 2618843"/>
              <a:gd name="csY127" fmla="*/ 736480 h 2616942"/>
              <a:gd name="csX128" fmla="*/ 1575952 w 2618843"/>
              <a:gd name="csY128" fmla="*/ 768034 h 2616942"/>
              <a:gd name="csX129" fmla="*/ 1575677 w 2618843"/>
              <a:gd name="csY129" fmla="*/ 768034 h 2616942"/>
              <a:gd name="csX130" fmla="*/ 1575112 w 2618843"/>
              <a:gd name="csY130" fmla="*/ 768018 h 2616942"/>
              <a:gd name="csX131" fmla="*/ 1575021 w 2618843"/>
              <a:gd name="csY131" fmla="*/ 768018 h 2616942"/>
              <a:gd name="csX132" fmla="*/ 437155 w 2618843"/>
              <a:gd name="csY132" fmla="*/ 769239 h 2616942"/>
              <a:gd name="csX133" fmla="*/ 431888 w 2618843"/>
              <a:gd name="csY133" fmla="*/ 763973 h 2616942"/>
              <a:gd name="csX134" fmla="*/ 431247 w 2618843"/>
              <a:gd name="csY134" fmla="*/ 202486 h 2616942"/>
              <a:gd name="csX135" fmla="*/ 431247 w 2618843"/>
              <a:gd name="csY135" fmla="*/ 202407 h 2616942"/>
              <a:gd name="csX136" fmla="*/ 431247 w 2618843"/>
              <a:gd name="csY136" fmla="*/ 202117 h 2616942"/>
              <a:gd name="csX137" fmla="*/ 431247 w 2618843"/>
              <a:gd name="csY137" fmla="*/ 202026 h 2616942"/>
              <a:gd name="csX138" fmla="*/ 431247 w 2618843"/>
              <a:gd name="csY138" fmla="*/ 201995 h 2616942"/>
              <a:gd name="csX139" fmla="*/ 431247 w 2618843"/>
              <a:gd name="csY139" fmla="*/ 201979 h 2616942"/>
              <a:gd name="csX140" fmla="*/ 431247 w 2618843"/>
              <a:gd name="csY140" fmla="*/ 201948 h 2616942"/>
              <a:gd name="csX141" fmla="*/ 444345 w 2618843"/>
              <a:gd name="csY141" fmla="*/ 136643 h 2616942"/>
              <a:gd name="csX142" fmla="*/ 444329 w 2618843"/>
              <a:gd name="csY142" fmla="*/ 136643 h 2616942"/>
              <a:gd name="csX143" fmla="*/ 444635 w 2618843"/>
              <a:gd name="csY143" fmla="*/ 135788 h 2616942"/>
              <a:gd name="csX144" fmla="*/ 444848 w 2618843"/>
              <a:gd name="csY144" fmla="*/ 135223 h 2616942"/>
              <a:gd name="csX145" fmla="*/ 598845 w 2618843"/>
              <a:gd name="csY145" fmla="*/ 33404 h 2616942"/>
              <a:gd name="csX146" fmla="*/ 599120 w 2618843"/>
              <a:gd name="csY146" fmla="*/ 33404 h 2616942"/>
              <a:gd name="csX147" fmla="*/ 599426 w 2618843"/>
              <a:gd name="csY147" fmla="*/ 33419 h 2616942"/>
              <a:gd name="csX148" fmla="*/ 599655 w 2618843"/>
              <a:gd name="csY148" fmla="*/ 33404 h 2616942"/>
              <a:gd name="csX149" fmla="*/ 599869 w 2618843"/>
              <a:gd name="csY149" fmla="*/ 33388 h 2616942"/>
              <a:gd name="csX150" fmla="*/ 600464 w 2618843"/>
              <a:gd name="csY150" fmla="*/ 33341 h 2616942"/>
              <a:gd name="csX151" fmla="*/ 601029 w 2618843"/>
              <a:gd name="csY151" fmla="*/ 33263 h 2616942"/>
              <a:gd name="csX152" fmla="*/ 601107 w 2618843"/>
              <a:gd name="csY152" fmla="*/ 33248 h 2616942"/>
              <a:gd name="csX153" fmla="*/ 601504 w 2618843"/>
              <a:gd name="csY153" fmla="*/ 33156 h 2616942"/>
              <a:gd name="csX154" fmla="*/ 601582 w 2618843"/>
              <a:gd name="csY154" fmla="*/ 33140 h 2616942"/>
              <a:gd name="csX155" fmla="*/ 602270 w 2618843"/>
              <a:gd name="csY155" fmla="*/ 32942 h 2616942"/>
              <a:gd name="csX156" fmla="*/ 602361 w 2618843"/>
              <a:gd name="csY156" fmla="*/ 32911 h 2616942"/>
              <a:gd name="csX157" fmla="*/ 602605 w 2618843"/>
              <a:gd name="csY157" fmla="*/ 32832 h 2616942"/>
              <a:gd name="csX158" fmla="*/ 603140 w 2618843"/>
              <a:gd name="csY158" fmla="*/ 32589 h 2616942"/>
              <a:gd name="csX159" fmla="*/ 603353 w 2618843"/>
              <a:gd name="csY159" fmla="*/ 32497 h 2616942"/>
              <a:gd name="csX160" fmla="*/ 603765 w 2618843"/>
              <a:gd name="csY160" fmla="*/ 32284 h 2616942"/>
              <a:gd name="csX161" fmla="*/ 604558 w 2618843"/>
              <a:gd name="csY161" fmla="*/ 31795 h 2616942"/>
              <a:gd name="csX162" fmla="*/ 604650 w 2618843"/>
              <a:gd name="csY162" fmla="*/ 31733 h 2616942"/>
              <a:gd name="csX163" fmla="*/ 604666 w 2618843"/>
              <a:gd name="csY163" fmla="*/ 31717 h 2616942"/>
              <a:gd name="csX164" fmla="*/ 605231 w 2618843"/>
              <a:gd name="csY164" fmla="*/ 31244 h 2616942"/>
              <a:gd name="csX165" fmla="*/ 605353 w 2618843"/>
              <a:gd name="csY165" fmla="*/ 31137 h 2616942"/>
              <a:gd name="csX166" fmla="*/ 605581 w 2618843"/>
              <a:gd name="csY166" fmla="*/ 30939 h 2616942"/>
              <a:gd name="csX167" fmla="*/ 605613 w 2618843"/>
              <a:gd name="csY167" fmla="*/ 30907 h 2616942"/>
              <a:gd name="csX168" fmla="*/ 606208 w 2618843"/>
              <a:gd name="csY168" fmla="*/ 30266 h 2616942"/>
              <a:gd name="csX169" fmla="*/ 606255 w 2618843"/>
              <a:gd name="csY169" fmla="*/ 30220 h 2616942"/>
              <a:gd name="csX170" fmla="*/ 606713 w 2618843"/>
              <a:gd name="csY170" fmla="*/ 29548 h 2616942"/>
              <a:gd name="csX171" fmla="*/ 606866 w 2618843"/>
              <a:gd name="csY171" fmla="*/ 29335 h 2616942"/>
              <a:gd name="csX172" fmla="*/ 606944 w 2618843"/>
              <a:gd name="csY172" fmla="*/ 29213 h 2616942"/>
              <a:gd name="csX173" fmla="*/ 606991 w 2618843"/>
              <a:gd name="csY173" fmla="*/ 29166 h 2616942"/>
              <a:gd name="csX174" fmla="*/ 607204 w 2618843"/>
              <a:gd name="csY174" fmla="*/ 28754 h 2616942"/>
              <a:gd name="csX175" fmla="*/ 607235 w 2618843"/>
              <a:gd name="csY175" fmla="*/ 28692 h 2616942"/>
              <a:gd name="csX176" fmla="*/ 607235 w 2618843"/>
              <a:gd name="csY176" fmla="*/ 28676 h 2616942"/>
              <a:gd name="csX177" fmla="*/ 607342 w 2618843"/>
              <a:gd name="csY177" fmla="*/ 28463 h 2616942"/>
              <a:gd name="csX178" fmla="*/ 607511 w 2618843"/>
              <a:gd name="csY178" fmla="*/ 28157 h 2616942"/>
              <a:gd name="csX179" fmla="*/ 607511 w 2618843"/>
              <a:gd name="csY179" fmla="*/ 28142 h 2616942"/>
              <a:gd name="csX180" fmla="*/ 607542 w 2618843"/>
              <a:gd name="csY180" fmla="*/ 28095 h 2616942"/>
              <a:gd name="csX181" fmla="*/ 607817 w 2618843"/>
              <a:gd name="csY181" fmla="*/ 27377 h 2616942"/>
              <a:gd name="csX182" fmla="*/ 607833 w 2618843"/>
              <a:gd name="csY182" fmla="*/ 27299 h 2616942"/>
              <a:gd name="csX183" fmla="*/ 608076 w 2618843"/>
              <a:gd name="csY183" fmla="*/ 26444 h 2616942"/>
              <a:gd name="csX184" fmla="*/ 608092 w 2618843"/>
              <a:gd name="csY184" fmla="*/ 26366 h 2616942"/>
              <a:gd name="csX185" fmla="*/ 608199 w 2618843"/>
              <a:gd name="csY185" fmla="*/ 25786 h 2616942"/>
              <a:gd name="csX186" fmla="*/ 608199 w 2618843"/>
              <a:gd name="csY186" fmla="*/ 25770 h 2616942"/>
              <a:gd name="csX187" fmla="*/ 608231 w 2618843"/>
              <a:gd name="csY187" fmla="*/ 25450 h 2616942"/>
              <a:gd name="csX188" fmla="*/ 608231 w 2618843"/>
              <a:gd name="csY188" fmla="*/ 25419 h 2616942"/>
              <a:gd name="csX189" fmla="*/ 608277 w 2618843"/>
              <a:gd name="csY189" fmla="*/ 24762 h 2616942"/>
              <a:gd name="csX190" fmla="*/ 608277 w 2618843"/>
              <a:gd name="csY190" fmla="*/ 24564 h 2616942"/>
              <a:gd name="csX191" fmla="*/ 608293 w 2618843"/>
              <a:gd name="csY191" fmla="*/ 24365 h 2616942"/>
              <a:gd name="csX192" fmla="*/ 608293 w 2618843"/>
              <a:gd name="csY192" fmla="*/ 24014 h 2616942"/>
              <a:gd name="csX193" fmla="*/ 608293 w 2618843"/>
              <a:gd name="csY193" fmla="*/ 23998 h 2616942"/>
              <a:gd name="csX194" fmla="*/ 608277 w 2618843"/>
              <a:gd name="csY194" fmla="*/ 10015 h 2616942"/>
              <a:gd name="csX195" fmla="*/ 608246 w 2618843"/>
              <a:gd name="csY195" fmla="*/ 9511 h 2616942"/>
              <a:gd name="csX196" fmla="*/ 608215 w 2618843"/>
              <a:gd name="csY196" fmla="*/ 9084 h 2616942"/>
              <a:gd name="csX197" fmla="*/ 608199 w 2618843"/>
              <a:gd name="csY197" fmla="*/ 8748 h 2616942"/>
              <a:gd name="csX198" fmla="*/ 608199 w 2618843"/>
              <a:gd name="csY198" fmla="*/ 8701 h 2616942"/>
              <a:gd name="csX199" fmla="*/ 608031 w 2618843"/>
              <a:gd name="csY199" fmla="*/ 7770 h 2616942"/>
              <a:gd name="csX200" fmla="*/ 608015 w 2618843"/>
              <a:gd name="csY200" fmla="*/ 7723 h 2616942"/>
              <a:gd name="csX201" fmla="*/ 607802 w 2618843"/>
              <a:gd name="csY201" fmla="*/ 7005 h 2616942"/>
              <a:gd name="csX202" fmla="*/ 607740 w 2618843"/>
              <a:gd name="csY202" fmla="*/ 6868 h 2616942"/>
              <a:gd name="csX203" fmla="*/ 607677 w 2618843"/>
              <a:gd name="csY203" fmla="*/ 6654 h 2616942"/>
              <a:gd name="csX204" fmla="*/ 607630 w 2618843"/>
              <a:gd name="csY204" fmla="*/ 6563 h 2616942"/>
              <a:gd name="csX205" fmla="*/ 607462 w 2618843"/>
              <a:gd name="csY205" fmla="*/ 6181 h 2616942"/>
              <a:gd name="csX206" fmla="*/ 607384 w 2618843"/>
              <a:gd name="csY206" fmla="*/ 6013 h 2616942"/>
              <a:gd name="csX207" fmla="*/ 607155 w 2618843"/>
              <a:gd name="csY207" fmla="*/ 5555 h 2616942"/>
              <a:gd name="csX208" fmla="*/ 606911 w 2618843"/>
              <a:gd name="csY208" fmla="*/ 5205 h 2616942"/>
              <a:gd name="csX209" fmla="*/ 606713 w 2618843"/>
              <a:gd name="csY209" fmla="*/ 4899 h 2616942"/>
              <a:gd name="csX210" fmla="*/ 606514 w 2618843"/>
              <a:gd name="csY210" fmla="*/ 4563 h 2616942"/>
              <a:gd name="csX211" fmla="*/ 606208 w 2618843"/>
              <a:gd name="csY211" fmla="*/ 4212 h 2616942"/>
              <a:gd name="csX212" fmla="*/ 606040 w 2618843"/>
              <a:gd name="csY212" fmla="*/ 4029 h 2616942"/>
              <a:gd name="csX213" fmla="*/ 605797 w 2618843"/>
              <a:gd name="csY213" fmla="*/ 3739 h 2616942"/>
              <a:gd name="csX214" fmla="*/ 605750 w 2618843"/>
              <a:gd name="csY214" fmla="*/ 3692 h 2616942"/>
              <a:gd name="csX215" fmla="*/ 605047 w 2618843"/>
              <a:gd name="csY215" fmla="*/ 3051 h 2616942"/>
              <a:gd name="csX216" fmla="*/ 604376 w 2618843"/>
              <a:gd name="csY216" fmla="*/ 2578 h 2616942"/>
              <a:gd name="csX217" fmla="*/ 604268 w 2618843"/>
              <a:gd name="csY217" fmla="*/ 2500 h 2616942"/>
              <a:gd name="csX218" fmla="*/ 604116 w 2618843"/>
              <a:gd name="csY218" fmla="*/ 2393 h 2616942"/>
              <a:gd name="csX219" fmla="*/ 604054 w 2618843"/>
              <a:gd name="csY219" fmla="*/ 2362 h 2616942"/>
              <a:gd name="csX220" fmla="*/ 603458 w 2618843"/>
              <a:gd name="csY220" fmla="*/ 2056 h 2616942"/>
              <a:gd name="csX221" fmla="*/ 603122 w 2618843"/>
              <a:gd name="csY221" fmla="*/ 1873 h 2616942"/>
              <a:gd name="csX222" fmla="*/ 603075 w 2618843"/>
              <a:gd name="csY222" fmla="*/ 1842 h 2616942"/>
              <a:gd name="csX223" fmla="*/ 602984 w 2618843"/>
              <a:gd name="csY223" fmla="*/ 1811 h 2616942"/>
              <a:gd name="csX224" fmla="*/ 602876 w 2618843"/>
              <a:gd name="csY224" fmla="*/ 1748 h 2616942"/>
              <a:gd name="csX225" fmla="*/ 602480 w 2618843"/>
              <a:gd name="csY225" fmla="*/ 1596 h 2616942"/>
              <a:gd name="csX226" fmla="*/ 602464 w 2618843"/>
              <a:gd name="csY226" fmla="*/ 1596 h 2616942"/>
              <a:gd name="csX227" fmla="*/ 602128 w 2618843"/>
              <a:gd name="csY227" fmla="*/ 1489 h 2616942"/>
              <a:gd name="csX228" fmla="*/ 602081 w 2618843"/>
              <a:gd name="csY228" fmla="*/ 1473 h 2616942"/>
              <a:gd name="csX229" fmla="*/ 601562 w 2618843"/>
              <a:gd name="csY229" fmla="*/ 1336 h 2616942"/>
              <a:gd name="csX230" fmla="*/ 601499 w 2618843"/>
              <a:gd name="csY230" fmla="*/ 1320 h 2616942"/>
              <a:gd name="csX231" fmla="*/ 600980 w 2618843"/>
              <a:gd name="csY231" fmla="*/ 1213 h 2616942"/>
              <a:gd name="csX232" fmla="*/ 600949 w 2618843"/>
              <a:gd name="csY232" fmla="*/ 1213 h 2616942"/>
              <a:gd name="csX233" fmla="*/ 600521 w 2618843"/>
              <a:gd name="csY233" fmla="*/ 1150 h 2616942"/>
              <a:gd name="csX234" fmla="*/ 600415 w 2618843"/>
              <a:gd name="csY234" fmla="*/ 1135 h 2616942"/>
              <a:gd name="csX235" fmla="*/ 600079 w 2618843"/>
              <a:gd name="csY235" fmla="*/ 1119 h 2616942"/>
              <a:gd name="csX236" fmla="*/ 599667 w 2618843"/>
              <a:gd name="csY236" fmla="*/ 1088 h 2616942"/>
              <a:gd name="csX237" fmla="*/ 599239 w 2618843"/>
              <a:gd name="csY237" fmla="*/ 1057 h 2616942"/>
              <a:gd name="csX238" fmla="*/ 8759 w 2618843"/>
              <a:gd name="csY238" fmla="*/ 1683 h 2616942"/>
              <a:gd name="csX239" fmla="*/ 7812 w 2618843"/>
              <a:gd name="csY239" fmla="*/ 1761 h 2616942"/>
              <a:gd name="csX240" fmla="*/ 7781 w 2618843"/>
              <a:gd name="csY240" fmla="*/ 1761 h 2616942"/>
              <a:gd name="csX241" fmla="*/ 2179 w 2618843"/>
              <a:gd name="csY241" fmla="*/ 4768 h 2616942"/>
              <a:gd name="csX242" fmla="*/ 2057 w 2618843"/>
              <a:gd name="csY242" fmla="*/ 4906 h 2616942"/>
              <a:gd name="csX243" fmla="*/ 2041 w 2618843"/>
              <a:gd name="csY243" fmla="*/ 4921 h 2616942"/>
              <a:gd name="csX244" fmla="*/ 1247 w 2618843"/>
              <a:gd name="csY244" fmla="*/ 6081 h 2616942"/>
              <a:gd name="csX245" fmla="*/ 1079 w 2618843"/>
              <a:gd name="csY245" fmla="*/ 6387 h 2616942"/>
              <a:gd name="csX246" fmla="*/ 972 w 2618843"/>
              <a:gd name="csY246" fmla="*/ 6586 h 2616942"/>
              <a:gd name="csX247" fmla="*/ 743 w 2618843"/>
              <a:gd name="csY247" fmla="*/ 7028 h 2616942"/>
              <a:gd name="csX248" fmla="*/ 743 w 2618843"/>
              <a:gd name="csY248" fmla="*/ 7043 h 2616942"/>
              <a:gd name="csX249" fmla="*/ 712 w 2618843"/>
              <a:gd name="csY249" fmla="*/ 7122 h 2616942"/>
              <a:gd name="csX250" fmla="*/ 681 w 2618843"/>
              <a:gd name="csY250" fmla="*/ 7200 h 2616942"/>
              <a:gd name="csX251" fmla="*/ 634 w 2618843"/>
              <a:gd name="csY251" fmla="*/ 7337 h 2616942"/>
              <a:gd name="csX252" fmla="*/ 527 w 2618843"/>
              <a:gd name="csY252" fmla="*/ 7688 h 2616942"/>
              <a:gd name="csX253" fmla="*/ 464 w 2618843"/>
              <a:gd name="csY253" fmla="*/ 7856 h 2616942"/>
              <a:gd name="csX254" fmla="*/ 357 w 2618843"/>
              <a:gd name="csY254" fmla="*/ 8223 h 2616942"/>
              <a:gd name="csX255" fmla="*/ 310 w 2618843"/>
              <a:gd name="csY255" fmla="*/ 8345 h 2616942"/>
              <a:gd name="csX256" fmla="*/ 248 w 2618843"/>
              <a:gd name="csY256" fmla="*/ 8635 h 2616942"/>
              <a:gd name="csX257" fmla="*/ 216 w 2618843"/>
              <a:gd name="csY257" fmla="*/ 8803 h 2616942"/>
              <a:gd name="csX258" fmla="*/ 109 w 2618843"/>
              <a:gd name="csY258" fmla="*/ 9322 h 2616942"/>
              <a:gd name="csX259" fmla="*/ 78 w 2618843"/>
              <a:gd name="csY259" fmla="*/ 9444 h 2616942"/>
              <a:gd name="csX260" fmla="*/ 62 w 2618843"/>
              <a:gd name="csY260" fmla="*/ 9841 h 2616942"/>
              <a:gd name="csX261" fmla="*/ 47 w 2618843"/>
              <a:gd name="csY261" fmla="*/ 10100 h 2616942"/>
              <a:gd name="csX262" fmla="*/ 16 w 2618843"/>
              <a:gd name="csY262" fmla="*/ 10512 h 2616942"/>
              <a:gd name="csX263" fmla="*/ 16 w 2618843"/>
              <a:gd name="csY263" fmla="*/ 10619 h 2616942"/>
              <a:gd name="csX264" fmla="*/ 0 w 2618843"/>
              <a:gd name="csY264" fmla="*/ 10802 h 2616942"/>
              <a:gd name="csX265" fmla="*/ 31 w 2618843"/>
              <a:gd name="csY265" fmla="*/ 25197 h 2616942"/>
              <a:gd name="csX266" fmla="*/ 31 w 2618843"/>
              <a:gd name="csY266" fmla="*/ 25244 h 2616942"/>
              <a:gd name="csX267" fmla="*/ 31 w 2618843"/>
              <a:gd name="csY267" fmla="*/ 25307 h 2616942"/>
              <a:gd name="csX268" fmla="*/ 31 w 2618843"/>
              <a:gd name="csY268" fmla="*/ 25338 h 2616942"/>
              <a:gd name="csX269" fmla="*/ 31 w 2618843"/>
              <a:gd name="csY269" fmla="*/ 25369 h 2616942"/>
              <a:gd name="csX270" fmla="*/ 109 w 2618843"/>
              <a:gd name="csY270" fmla="*/ 26361 h 2616942"/>
              <a:gd name="csX271" fmla="*/ 156 w 2618843"/>
              <a:gd name="csY271" fmla="*/ 26621 h 2616942"/>
              <a:gd name="csX272" fmla="*/ 219 w 2618843"/>
              <a:gd name="csY272" fmla="*/ 26941 h 2616942"/>
              <a:gd name="csX273" fmla="*/ 341 w 2618843"/>
              <a:gd name="csY273" fmla="*/ 27598 h 2616942"/>
              <a:gd name="csX274" fmla="*/ 356 w 2618843"/>
              <a:gd name="csY274" fmla="*/ 27660 h 2616942"/>
              <a:gd name="csX275" fmla="*/ 372 w 2618843"/>
              <a:gd name="csY275" fmla="*/ 27707 h 2616942"/>
              <a:gd name="csX276" fmla="*/ 708 w 2618843"/>
              <a:gd name="csY276" fmla="*/ 28669 h 2616942"/>
              <a:gd name="csX277" fmla="*/ 3425 w 2618843"/>
              <a:gd name="csY277" fmla="*/ 32210 h 2616942"/>
              <a:gd name="csX278" fmla="*/ 3441 w 2618843"/>
              <a:gd name="csY278" fmla="*/ 32226 h 2616942"/>
              <a:gd name="csX279" fmla="*/ 3457 w 2618843"/>
              <a:gd name="csY279" fmla="*/ 32242 h 2616942"/>
              <a:gd name="csX280" fmla="*/ 4357 w 2618843"/>
              <a:gd name="csY280" fmla="*/ 32837 h 2616942"/>
              <a:gd name="csX281" fmla="*/ 5502 w 2618843"/>
              <a:gd name="csY281" fmla="*/ 33707 h 2616942"/>
              <a:gd name="csX282" fmla="*/ 4403 w 2618843"/>
              <a:gd name="csY282" fmla="*/ 32853 h 2616942"/>
              <a:gd name="csX283" fmla="*/ 5411 w 2618843"/>
              <a:gd name="csY283" fmla="*/ 33357 h 2616942"/>
              <a:gd name="csX284" fmla="*/ 5442 w 2618843"/>
              <a:gd name="csY284" fmla="*/ 33373 h 2616942"/>
              <a:gd name="csX285" fmla="*/ 6449 w 2618843"/>
              <a:gd name="csY285" fmla="*/ 33708 h 2616942"/>
              <a:gd name="csX286" fmla="*/ 6496 w 2618843"/>
              <a:gd name="csY286" fmla="*/ 33724 h 2616942"/>
              <a:gd name="csX287" fmla="*/ 8756 w 2618843"/>
              <a:gd name="csY287" fmla="*/ 34030 h 2616942"/>
              <a:gd name="csX288" fmla="*/ 9122 w 2618843"/>
              <a:gd name="csY288" fmla="*/ 34014 h 2616942"/>
              <a:gd name="csX289" fmla="*/ 9382 w 2618843"/>
              <a:gd name="csY289" fmla="*/ 34014 h 2616942"/>
              <a:gd name="csX290" fmla="*/ 177469 w 2618843"/>
              <a:gd name="csY290" fmla="*/ 202390 h 2616942"/>
              <a:gd name="csX291" fmla="*/ 179316 w 2618843"/>
              <a:gd name="csY291" fmla="*/ 1826981 h 2616942"/>
              <a:gd name="csX292" fmla="*/ 165760 w 2618843"/>
              <a:gd name="csY292" fmla="*/ 1893202 h 2616942"/>
              <a:gd name="csX293" fmla="*/ 165744 w 2618843"/>
              <a:gd name="csY293" fmla="*/ 1893218 h 2616942"/>
              <a:gd name="csX294" fmla="*/ 154982 w 2618843"/>
              <a:gd name="csY294" fmla="*/ 1914344 h 2616942"/>
              <a:gd name="csX295" fmla="*/ 153670 w 2618843"/>
              <a:gd name="csY295" fmla="*/ 1916253 h 2616942"/>
              <a:gd name="csX296" fmla="*/ 140694 w 2618843"/>
              <a:gd name="csY296" fmla="*/ 1934434 h 2616942"/>
              <a:gd name="csX297" fmla="*/ 138923 w 2618843"/>
              <a:gd name="csY297" fmla="*/ 1936372 h 2616942"/>
              <a:gd name="csX298" fmla="*/ 123749 w 2618843"/>
              <a:gd name="csY298" fmla="*/ 1952111 h 2616942"/>
              <a:gd name="csX299" fmla="*/ 121963 w 2618843"/>
              <a:gd name="csY299" fmla="*/ 1953561 h 2616942"/>
              <a:gd name="csX300" fmla="*/ 121963 w 2618843"/>
              <a:gd name="csY300" fmla="*/ 1953577 h 2616942"/>
              <a:gd name="csX301" fmla="*/ 104378 w 2618843"/>
              <a:gd name="csY301" fmla="*/ 1967208 h 2616942"/>
              <a:gd name="csX302" fmla="*/ 103553 w 2618843"/>
              <a:gd name="csY302" fmla="*/ 1967697 h 2616942"/>
              <a:gd name="csX303" fmla="*/ 83067 w 2618843"/>
              <a:gd name="csY303" fmla="*/ 1979299 h 2616942"/>
              <a:gd name="csX304" fmla="*/ 83005 w 2618843"/>
              <a:gd name="csY304" fmla="*/ 1979330 h 2616942"/>
              <a:gd name="csX305" fmla="*/ 82989 w 2618843"/>
              <a:gd name="csY305" fmla="*/ 1979330 h 2616942"/>
              <a:gd name="csX306" fmla="*/ 82760 w 2618843"/>
              <a:gd name="csY306" fmla="*/ 1979408 h 2616942"/>
              <a:gd name="csX307" fmla="*/ 82454 w 2618843"/>
              <a:gd name="csY307" fmla="*/ 1979515 h 2616942"/>
              <a:gd name="csX308" fmla="*/ 82118 w 2618843"/>
              <a:gd name="csY308" fmla="*/ 1979637 h 2616942"/>
              <a:gd name="csX309" fmla="*/ 82087 w 2618843"/>
              <a:gd name="csY309" fmla="*/ 1979653 h 2616942"/>
              <a:gd name="csX310" fmla="*/ 81996 w 2618843"/>
              <a:gd name="csY310" fmla="*/ 1979684 h 2616942"/>
              <a:gd name="csX311" fmla="*/ 11012 w 2618843"/>
              <a:gd name="csY311" fmla="*/ 1995529 h 2616942"/>
              <a:gd name="csX312" fmla="*/ 10111 w 2618843"/>
              <a:gd name="csY312" fmla="*/ 1995608 h 2616942"/>
              <a:gd name="csX313" fmla="*/ 10048 w 2618843"/>
              <a:gd name="csY313" fmla="*/ 1995608 h 2616942"/>
              <a:gd name="csX314" fmla="*/ 5087 w 2618843"/>
              <a:gd name="csY314" fmla="*/ 1997913 h 2616942"/>
              <a:gd name="csX315" fmla="*/ 3896 w 2618843"/>
              <a:gd name="csY315" fmla="*/ 1999317 h 2616942"/>
              <a:gd name="csX316" fmla="*/ 3714 w 2618843"/>
              <a:gd name="csY316" fmla="*/ 1999577 h 2616942"/>
              <a:gd name="csX317" fmla="*/ 3561 w 2618843"/>
              <a:gd name="csY317" fmla="*/ 1999790 h 2616942"/>
              <a:gd name="csX318" fmla="*/ 3164 w 2618843"/>
              <a:gd name="csY318" fmla="*/ 2000538 h 2616942"/>
              <a:gd name="csX319" fmla="*/ 3164 w 2618843"/>
              <a:gd name="csY319" fmla="*/ 2000554 h 2616942"/>
              <a:gd name="csX320" fmla="*/ 3164 w 2618843"/>
              <a:gd name="csY320" fmla="*/ 2000569 h 2616942"/>
              <a:gd name="csX321" fmla="*/ 3133 w 2618843"/>
              <a:gd name="csY321" fmla="*/ 2000616 h 2616942"/>
              <a:gd name="csX322" fmla="*/ 3133 w 2618843"/>
              <a:gd name="csY322" fmla="*/ 2000631 h 2616942"/>
              <a:gd name="csX323" fmla="*/ 3102 w 2618843"/>
              <a:gd name="csY323" fmla="*/ 2000679 h 2616942"/>
              <a:gd name="csX324" fmla="*/ 3300 w 2618843"/>
              <a:gd name="csY324" fmla="*/ 1999763 h 2616942"/>
              <a:gd name="csX325" fmla="*/ 3468 w 2618843"/>
              <a:gd name="csY325" fmla="*/ 1998831 h 2616942"/>
              <a:gd name="csX326" fmla="*/ 3056 w 2618843"/>
              <a:gd name="csY326" fmla="*/ 2000816 h 2616942"/>
              <a:gd name="csX327" fmla="*/ 2934 w 2618843"/>
              <a:gd name="csY327" fmla="*/ 2001121 h 2616942"/>
              <a:gd name="csX328" fmla="*/ 2888 w 2618843"/>
              <a:gd name="csY328" fmla="*/ 2001243 h 2616942"/>
              <a:gd name="csX329" fmla="*/ 2750 w 2618843"/>
              <a:gd name="csY329" fmla="*/ 2001564 h 2616942"/>
              <a:gd name="csX330" fmla="*/ 2750 w 2618843"/>
              <a:gd name="csY330" fmla="*/ 2001579 h 2616942"/>
              <a:gd name="csX331" fmla="*/ 2687 w 2618843"/>
              <a:gd name="csY331" fmla="*/ 2001793 h 2616942"/>
              <a:gd name="csX332" fmla="*/ 2703 w 2618843"/>
              <a:gd name="csY332" fmla="*/ 2001686 h 2616942"/>
              <a:gd name="csX333" fmla="*/ 2703 w 2618843"/>
              <a:gd name="csY333" fmla="*/ 2001655 h 2616942"/>
              <a:gd name="csX334" fmla="*/ 2871 w 2618843"/>
              <a:gd name="csY334" fmla="*/ 2000403 h 2616942"/>
              <a:gd name="csX335" fmla="*/ 2001 w 2618843"/>
              <a:gd name="csY335" fmla="*/ 2002525 h 2616942"/>
              <a:gd name="csX336" fmla="*/ 2566 w 2618843"/>
              <a:gd name="csY336" fmla="*/ 2002113 h 2616942"/>
              <a:gd name="csX337" fmla="*/ 2519 w 2618843"/>
              <a:gd name="csY337" fmla="*/ 2002295 h 2616942"/>
              <a:gd name="csX338" fmla="*/ 2382 w 2618843"/>
              <a:gd name="csY338" fmla="*/ 2002845 h 2616942"/>
              <a:gd name="csX339" fmla="*/ 2382 w 2618843"/>
              <a:gd name="csY339" fmla="*/ 2002907 h 2616942"/>
              <a:gd name="csX340" fmla="*/ 2366 w 2618843"/>
              <a:gd name="csY340" fmla="*/ 2002939 h 2616942"/>
              <a:gd name="csX341" fmla="*/ 2350 w 2618843"/>
              <a:gd name="csY341" fmla="*/ 2003107 h 2616942"/>
              <a:gd name="csX342" fmla="*/ 2304 w 2618843"/>
              <a:gd name="csY342" fmla="*/ 2003350 h 2616942"/>
              <a:gd name="csX343" fmla="*/ 2288 w 2618843"/>
              <a:gd name="csY343" fmla="*/ 2003519 h 2616942"/>
              <a:gd name="csX344" fmla="*/ 2257 w 2618843"/>
              <a:gd name="csY344" fmla="*/ 2003931 h 2616942"/>
              <a:gd name="csX345" fmla="*/ 2241 w 2618843"/>
              <a:gd name="csY345" fmla="*/ 2004174 h 2616942"/>
              <a:gd name="csX346" fmla="*/ 2241 w 2618843"/>
              <a:gd name="csY346" fmla="*/ 2004342 h 2616942"/>
              <a:gd name="csX347" fmla="*/ 2241 w 2618843"/>
              <a:gd name="csY347" fmla="*/ 2004374 h 2616942"/>
              <a:gd name="csX348" fmla="*/ 2225 w 2618843"/>
              <a:gd name="csY348" fmla="*/ 2004603 h 2616942"/>
              <a:gd name="csX349" fmla="*/ 2241 w 2618843"/>
              <a:gd name="csY349" fmla="*/ 2019196 h 2616942"/>
              <a:gd name="csX350" fmla="*/ 10942 w 2618843"/>
              <a:gd name="csY350" fmla="*/ 2027882 h 2616942"/>
              <a:gd name="csX351" fmla="*/ 601545 w 2618843"/>
              <a:gd name="csY351" fmla="*/ 2027256 h 2616942"/>
              <a:gd name="csX352" fmla="*/ 602094 w 2618843"/>
              <a:gd name="csY352" fmla="*/ 2027209 h 2616942"/>
              <a:gd name="csX353" fmla="*/ 602262 w 2618843"/>
              <a:gd name="csY353" fmla="*/ 2027209 h 2616942"/>
              <a:gd name="csX354" fmla="*/ 602309 w 2618843"/>
              <a:gd name="csY354" fmla="*/ 2027209 h 2616942"/>
              <a:gd name="csX355" fmla="*/ 602645 w 2618843"/>
              <a:gd name="csY355" fmla="*/ 2027162 h 2616942"/>
              <a:gd name="csX356" fmla="*/ 602782 w 2618843"/>
              <a:gd name="csY356" fmla="*/ 2027162 h 2616942"/>
              <a:gd name="csX357" fmla="*/ 602829 w 2618843"/>
              <a:gd name="csY357" fmla="*/ 2027147 h 2616942"/>
              <a:gd name="csX358" fmla="*/ 603440 w 2618843"/>
              <a:gd name="csY358" fmla="*/ 2027040 h 2616942"/>
              <a:gd name="csX359" fmla="*/ 603684 w 2618843"/>
              <a:gd name="csY359" fmla="*/ 2026993 h 2616942"/>
              <a:gd name="csX360" fmla="*/ 603746 w 2618843"/>
              <a:gd name="csY360" fmla="*/ 2026977 h 2616942"/>
              <a:gd name="csX361" fmla="*/ 604540 w 2618843"/>
              <a:gd name="csY361" fmla="*/ 2026733 h 2616942"/>
              <a:gd name="csX362" fmla="*/ 604845 w 2618843"/>
              <a:gd name="csY362" fmla="*/ 2026642 h 2616942"/>
              <a:gd name="csX363" fmla="*/ 604877 w 2618843"/>
              <a:gd name="csY363" fmla="*/ 2026626 h 2616942"/>
              <a:gd name="csX364" fmla="*/ 604892 w 2618843"/>
              <a:gd name="csY364" fmla="*/ 2026626 h 2616942"/>
              <a:gd name="csX365" fmla="*/ 605533 w 2618843"/>
              <a:gd name="csY365" fmla="*/ 2026336 h 2616942"/>
              <a:gd name="csX366" fmla="*/ 605596 w 2618843"/>
              <a:gd name="csY366" fmla="*/ 2026305 h 2616942"/>
              <a:gd name="csX367" fmla="*/ 605962 w 2618843"/>
              <a:gd name="csY367" fmla="*/ 2026122 h 2616942"/>
              <a:gd name="csX368" fmla="*/ 605994 w 2618843"/>
              <a:gd name="csY368" fmla="*/ 2026106 h 2616942"/>
              <a:gd name="csX369" fmla="*/ 606971 w 2618843"/>
              <a:gd name="csY369" fmla="*/ 2025480 h 2616942"/>
              <a:gd name="csX370" fmla="*/ 607550 w 2618843"/>
              <a:gd name="csY370" fmla="*/ 2024992 h 2616942"/>
              <a:gd name="csX371" fmla="*/ 607688 w 2618843"/>
              <a:gd name="csY371" fmla="*/ 2024854 h 2616942"/>
              <a:gd name="csX372" fmla="*/ 607780 w 2618843"/>
              <a:gd name="csY372" fmla="*/ 2024776 h 2616942"/>
              <a:gd name="csX373" fmla="*/ 607811 w 2618843"/>
              <a:gd name="csY373" fmla="*/ 2024745 h 2616942"/>
              <a:gd name="csX374" fmla="*/ 608315 w 2618843"/>
              <a:gd name="csY374" fmla="*/ 2024226 h 2616942"/>
              <a:gd name="csX375" fmla="*/ 608406 w 2618843"/>
              <a:gd name="csY375" fmla="*/ 2024104 h 2616942"/>
              <a:gd name="csX376" fmla="*/ 608574 w 2618843"/>
              <a:gd name="csY376" fmla="*/ 2023906 h 2616942"/>
              <a:gd name="csX377" fmla="*/ 608972 w 2618843"/>
              <a:gd name="csY377" fmla="*/ 2023371 h 2616942"/>
              <a:gd name="csX378" fmla="*/ 609019 w 2618843"/>
              <a:gd name="csY378" fmla="*/ 2023293 h 2616942"/>
              <a:gd name="csX379" fmla="*/ 609201 w 2618843"/>
              <a:gd name="csY379" fmla="*/ 2023018 h 2616942"/>
              <a:gd name="csX380" fmla="*/ 609217 w 2618843"/>
              <a:gd name="csY380" fmla="*/ 2022986 h 2616942"/>
              <a:gd name="csX381" fmla="*/ 609507 w 2618843"/>
              <a:gd name="csY381" fmla="*/ 2022437 h 2616942"/>
              <a:gd name="csX382" fmla="*/ 609598 w 2618843"/>
              <a:gd name="csY382" fmla="*/ 2022269 h 2616942"/>
              <a:gd name="csX383" fmla="*/ 609706 w 2618843"/>
              <a:gd name="csY383" fmla="*/ 2022086 h 2616942"/>
              <a:gd name="csX384" fmla="*/ 609737 w 2618843"/>
              <a:gd name="csY384" fmla="*/ 2022008 h 2616942"/>
              <a:gd name="csX385" fmla="*/ 609768 w 2618843"/>
              <a:gd name="csY385" fmla="*/ 2021945 h 2616942"/>
              <a:gd name="csX386" fmla="*/ 609815 w 2618843"/>
              <a:gd name="csY386" fmla="*/ 2021808 h 2616942"/>
              <a:gd name="csX387" fmla="*/ 609862 w 2618843"/>
              <a:gd name="csY387" fmla="*/ 2021701 h 2616942"/>
              <a:gd name="csX388" fmla="*/ 609893 w 2618843"/>
              <a:gd name="csY388" fmla="*/ 2021638 h 2616942"/>
              <a:gd name="csX389" fmla="*/ 609893 w 2618843"/>
              <a:gd name="csY389" fmla="*/ 2021622 h 2616942"/>
              <a:gd name="csX390" fmla="*/ 609940 w 2618843"/>
              <a:gd name="csY390" fmla="*/ 2021516 h 2616942"/>
              <a:gd name="csX391" fmla="*/ 610169 w 2618843"/>
              <a:gd name="csY391" fmla="*/ 2020783 h 2616942"/>
              <a:gd name="csX392" fmla="*/ 610216 w 2618843"/>
              <a:gd name="csY392" fmla="*/ 2020615 h 2616942"/>
              <a:gd name="csX393" fmla="*/ 610294 w 2618843"/>
              <a:gd name="csY393" fmla="*/ 2020371 h 2616942"/>
              <a:gd name="csX394" fmla="*/ 610432 w 2618843"/>
              <a:gd name="csY394" fmla="*/ 2019623 h 2616942"/>
              <a:gd name="csX395" fmla="*/ 610447 w 2618843"/>
              <a:gd name="csY395" fmla="*/ 2019545 h 2616942"/>
              <a:gd name="csX396" fmla="*/ 610463 w 2618843"/>
              <a:gd name="csY396" fmla="*/ 2019423 h 2616942"/>
              <a:gd name="csX397" fmla="*/ 610525 w 2618843"/>
              <a:gd name="csY397" fmla="*/ 2018584 h 2616942"/>
              <a:gd name="csX398" fmla="*/ 610525 w 2618843"/>
              <a:gd name="csY398" fmla="*/ 2018385 h 2616942"/>
              <a:gd name="csX399" fmla="*/ 610541 w 2618843"/>
              <a:gd name="csY399" fmla="*/ 2018172 h 2616942"/>
              <a:gd name="csX400" fmla="*/ 610525 w 2618843"/>
              <a:gd name="csY400" fmla="*/ 2003807 h 2616942"/>
              <a:gd name="csX401" fmla="*/ 610510 w 2618843"/>
              <a:gd name="csY401" fmla="*/ 2003517 h 2616942"/>
              <a:gd name="csX402" fmla="*/ 610494 w 2618843"/>
              <a:gd name="csY402" fmla="*/ 2003211 h 2616942"/>
              <a:gd name="csX403" fmla="*/ 610447 w 2618843"/>
              <a:gd name="csY403" fmla="*/ 2002525 h 2616942"/>
              <a:gd name="csX404" fmla="*/ 610447 w 2618843"/>
              <a:gd name="csY404" fmla="*/ 2002477 h 2616942"/>
              <a:gd name="csX405" fmla="*/ 610447 w 2618843"/>
              <a:gd name="csY405" fmla="*/ 2002462 h 2616942"/>
              <a:gd name="csX406" fmla="*/ 610432 w 2618843"/>
              <a:gd name="csY406" fmla="*/ 2002384 h 2616942"/>
              <a:gd name="csX407" fmla="*/ 610416 w 2618843"/>
              <a:gd name="csY407" fmla="*/ 2002352 h 2616942"/>
              <a:gd name="csX408" fmla="*/ 610369 w 2618843"/>
              <a:gd name="csY408" fmla="*/ 2002109 h 2616942"/>
              <a:gd name="csX409" fmla="*/ 610231 w 2618843"/>
              <a:gd name="csY409" fmla="*/ 2001437 h 2616942"/>
              <a:gd name="csX410" fmla="*/ 610094 w 2618843"/>
              <a:gd name="csY410" fmla="*/ 2000980 h 2616942"/>
              <a:gd name="csX411" fmla="*/ 610063 w 2618843"/>
              <a:gd name="csY411" fmla="*/ 2000873 h 2616942"/>
              <a:gd name="csX412" fmla="*/ 609910 w 2618843"/>
              <a:gd name="csY412" fmla="*/ 2000445 h 2616942"/>
              <a:gd name="csX413" fmla="*/ 609895 w 2618843"/>
              <a:gd name="csY413" fmla="*/ 2000413 h 2616942"/>
              <a:gd name="csX414" fmla="*/ 609635 w 2618843"/>
              <a:gd name="csY414" fmla="*/ 1999834 h 2616942"/>
              <a:gd name="csX415" fmla="*/ 609573 w 2618843"/>
              <a:gd name="csY415" fmla="*/ 1999727 h 2616942"/>
              <a:gd name="csX416" fmla="*/ 609451 w 2618843"/>
              <a:gd name="csY416" fmla="*/ 1999452 h 2616942"/>
              <a:gd name="csX417" fmla="*/ 609404 w 2618843"/>
              <a:gd name="csY417" fmla="*/ 1999373 h 2616942"/>
              <a:gd name="csX418" fmla="*/ 609083 w 2618843"/>
              <a:gd name="csY418" fmla="*/ 1998854 h 2616942"/>
              <a:gd name="csX419" fmla="*/ 609005 w 2618843"/>
              <a:gd name="csY419" fmla="*/ 1998747 h 2616942"/>
              <a:gd name="csX420" fmla="*/ 608776 w 2618843"/>
              <a:gd name="csY420" fmla="*/ 1998396 h 2616942"/>
              <a:gd name="csX421" fmla="*/ 608745 w 2618843"/>
              <a:gd name="csY421" fmla="*/ 1998350 h 2616942"/>
              <a:gd name="csX422" fmla="*/ 608592 w 2618843"/>
              <a:gd name="csY422" fmla="*/ 1998167 h 2616942"/>
              <a:gd name="csX423" fmla="*/ 608134 w 2618843"/>
              <a:gd name="csY423" fmla="*/ 1997632 h 2616942"/>
              <a:gd name="csX424" fmla="*/ 608638 w 2618843"/>
              <a:gd name="csY424" fmla="*/ 1998105 h 2616942"/>
              <a:gd name="csX425" fmla="*/ 608012 w 2618843"/>
              <a:gd name="csY425" fmla="*/ 1997479 h 2616942"/>
              <a:gd name="csX426" fmla="*/ 607829 w 2618843"/>
              <a:gd name="csY426" fmla="*/ 1997311 h 2616942"/>
              <a:gd name="csX427" fmla="*/ 607401 w 2618843"/>
              <a:gd name="csY427" fmla="*/ 1996929 h 2616942"/>
              <a:gd name="csX428" fmla="*/ 607294 w 2618843"/>
              <a:gd name="csY428" fmla="*/ 1996867 h 2616942"/>
              <a:gd name="csX429" fmla="*/ 606393 w 2618843"/>
              <a:gd name="csY429" fmla="*/ 1996226 h 2616942"/>
              <a:gd name="csX430" fmla="*/ 606315 w 2618843"/>
              <a:gd name="csY430" fmla="*/ 1996179 h 2616942"/>
              <a:gd name="csX431" fmla="*/ 601782 w 2618843"/>
              <a:gd name="csY431" fmla="*/ 1994882 h 2616942"/>
              <a:gd name="csX432" fmla="*/ 601766 w 2618843"/>
              <a:gd name="csY432" fmla="*/ 1994882 h 2616942"/>
              <a:gd name="csX433" fmla="*/ 433038 w 2618843"/>
              <a:gd name="csY433" fmla="*/ 1826551 h 2616942"/>
              <a:gd name="csX434" fmla="*/ 433038 w 2618843"/>
              <a:gd name="csY434" fmla="*/ 1826504 h 2616942"/>
              <a:gd name="csX435" fmla="*/ 433038 w 2618843"/>
              <a:gd name="csY435" fmla="*/ 1826473 h 2616942"/>
              <a:gd name="csX436" fmla="*/ 431939 w 2618843"/>
              <a:gd name="csY436" fmla="*/ 851099 h 2616942"/>
              <a:gd name="csX437" fmla="*/ 437205 w 2618843"/>
              <a:gd name="csY437" fmla="*/ 845832 h 2616942"/>
              <a:gd name="csX438" fmla="*/ 1574460 w 2618843"/>
              <a:gd name="csY438" fmla="*/ 844596 h 2616942"/>
              <a:gd name="csX439" fmla="*/ 1574476 w 2618843"/>
              <a:gd name="csY439" fmla="*/ 844596 h 2616942"/>
              <a:gd name="csX440" fmla="*/ 1574782 w 2618843"/>
              <a:gd name="csY440" fmla="*/ 844596 h 2616942"/>
              <a:gd name="csX441" fmla="*/ 1574965 w 2618843"/>
              <a:gd name="csY441" fmla="*/ 844611 h 2616942"/>
              <a:gd name="csX442" fmla="*/ 1616044 w 2618843"/>
              <a:gd name="csY442" fmla="*/ 845802 h 2616942"/>
              <a:gd name="csX443" fmla="*/ 1616364 w 2618843"/>
              <a:gd name="csY443" fmla="*/ 845818 h 2616942"/>
              <a:gd name="csX444" fmla="*/ 1656894 w 2618843"/>
              <a:gd name="csY444" fmla="*/ 849466 h 2616942"/>
              <a:gd name="csX445" fmla="*/ 1657214 w 2618843"/>
              <a:gd name="csY445" fmla="*/ 849513 h 2616942"/>
              <a:gd name="csX446" fmla="*/ 1697515 w 2618843"/>
              <a:gd name="csY446" fmla="*/ 855604 h 2616942"/>
              <a:gd name="csX447" fmla="*/ 1697820 w 2618843"/>
              <a:gd name="csY447" fmla="*/ 855651 h 2616942"/>
              <a:gd name="csX448" fmla="*/ 1737755 w 2618843"/>
              <a:gd name="csY448" fmla="*/ 864169 h 2616942"/>
              <a:gd name="csX449" fmla="*/ 1738060 w 2618843"/>
              <a:gd name="csY449" fmla="*/ 864247 h 2616942"/>
              <a:gd name="csX450" fmla="*/ 1777506 w 2618843"/>
              <a:gd name="csY450" fmla="*/ 875177 h 2616942"/>
              <a:gd name="csX451" fmla="*/ 1777812 w 2618843"/>
              <a:gd name="csY451" fmla="*/ 875268 h 2616942"/>
              <a:gd name="csX452" fmla="*/ 1816662 w 2618843"/>
              <a:gd name="csY452" fmla="*/ 888564 h 2616942"/>
              <a:gd name="csX453" fmla="*/ 1816952 w 2618843"/>
              <a:gd name="csY453" fmla="*/ 888671 h 2616942"/>
              <a:gd name="csX454" fmla="*/ 1855085 w 2618843"/>
              <a:gd name="csY454" fmla="*/ 904288 h 2616942"/>
              <a:gd name="csX455" fmla="*/ 1855375 w 2618843"/>
              <a:gd name="csY455" fmla="*/ 904425 h 2616942"/>
              <a:gd name="csX456" fmla="*/ 1892668 w 2618843"/>
              <a:gd name="csY456" fmla="*/ 922346 h 2616942"/>
              <a:gd name="csX457" fmla="*/ 1892928 w 2618843"/>
              <a:gd name="csY457" fmla="*/ 922484 h 2616942"/>
              <a:gd name="csX458" fmla="*/ 1929290 w 2618843"/>
              <a:gd name="csY458" fmla="*/ 942635 h 2616942"/>
              <a:gd name="csX459" fmla="*/ 1929565 w 2618843"/>
              <a:gd name="csY459" fmla="*/ 942787 h 2616942"/>
              <a:gd name="csX460" fmla="*/ 1964858 w 2618843"/>
              <a:gd name="csY460" fmla="*/ 965105 h 2616942"/>
              <a:gd name="csX461" fmla="*/ 1965102 w 2618843"/>
              <a:gd name="csY461" fmla="*/ 965272 h 2616942"/>
              <a:gd name="csX462" fmla="*/ 1999236 w 2618843"/>
              <a:gd name="csY462" fmla="*/ 989697 h 2616942"/>
              <a:gd name="csX463" fmla="*/ 1999479 w 2618843"/>
              <a:gd name="csY463" fmla="*/ 989880 h 2616942"/>
              <a:gd name="csX464" fmla="*/ 2032346 w 2618843"/>
              <a:gd name="csY464" fmla="*/ 1016350 h 2616942"/>
              <a:gd name="csX465" fmla="*/ 2032559 w 2618843"/>
              <a:gd name="csY465" fmla="*/ 1016548 h 2616942"/>
              <a:gd name="csX466" fmla="*/ 2064052 w 2618843"/>
              <a:gd name="csY466" fmla="*/ 1044957 h 2616942"/>
              <a:gd name="csX467" fmla="*/ 2064266 w 2618843"/>
              <a:gd name="csY467" fmla="*/ 1045156 h 2616942"/>
              <a:gd name="csX468" fmla="*/ 2094293 w 2618843"/>
              <a:gd name="csY468" fmla="*/ 1075457 h 2616942"/>
              <a:gd name="csX469" fmla="*/ 2094491 w 2618843"/>
              <a:gd name="csY469" fmla="*/ 1075670 h 2616942"/>
              <a:gd name="csX470" fmla="*/ 2122977 w 2618843"/>
              <a:gd name="csY470" fmla="*/ 1107727 h 2616942"/>
              <a:gd name="csX471" fmla="*/ 2123159 w 2618843"/>
              <a:gd name="csY471" fmla="*/ 1107942 h 2616942"/>
              <a:gd name="csX472" fmla="*/ 2149981 w 2618843"/>
              <a:gd name="csY472" fmla="*/ 1141693 h 2616942"/>
              <a:gd name="csX473" fmla="*/ 2150149 w 2618843"/>
              <a:gd name="csY473" fmla="*/ 1141922 h 2616942"/>
              <a:gd name="csX474" fmla="*/ 2175260 w 2618843"/>
              <a:gd name="csY474" fmla="*/ 1177261 h 2616942"/>
              <a:gd name="csX475" fmla="*/ 2175428 w 2618843"/>
              <a:gd name="csY475" fmla="*/ 1177490 h 2616942"/>
              <a:gd name="csX476" fmla="*/ 2198724 w 2618843"/>
              <a:gd name="csY476" fmla="*/ 1214280 h 2616942"/>
              <a:gd name="csX477" fmla="*/ 2198861 w 2618843"/>
              <a:gd name="csY477" fmla="*/ 1214524 h 2616942"/>
              <a:gd name="csX478" fmla="*/ 2220278 w 2618843"/>
              <a:gd name="csY478" fmla="*/ 1252702 h 2616942"/>
              <a:gd name="csX479" fmla="*/ 2220400 w 2618843"/>
              <a:gd name="csY479" fmla="*/ 1252946 h 2616942"/>
              <a:gd name="csX480" fmla="*/ 2239894 w 2618843"/>
              <a:gd name="csY480" fmla="*/ 1292346 h 2616942"/>
              <a:gd name="csX481" fmla="*/ 2240016 w 2618843"/>
              <a:gd name="csY481" fmla="*/ 1292589 h 2616942"/>
              <a:gd name="csX482" fmla="*/ 2257480 w 2618843"/>
              <a:gd name="csY482" fmla="*/ 1333134 h 2616942"/>
              <a:gd name="csX483" fmla="*/ 2257586 w 2618843"/>
              <a:gd name="csY483" fmla="*/ 1333394 h 2616942"/>
              <a:gd name="csX484" fmla="*/ 2273005 w 2618843"/>
              <a:gd name="csY484" fmla="*/ 1374930 h 2616942"/>
              <a:gd name="csX485" fmla="*/ 2273083 w 2618843"/>
              <a:gd name="csY485" fmla="*/ 1375174 h 2616942"/>
              <a:gd name="csX486" fmla="*/ 2286410 w 2618843"/>
              <a:gd name="csY486" fmla="*/ 1417581 h 2616942"/>
              <a:gd name="csX487" fmla="*/ 2286488 w 2618843"/>
              <a:gd name="csY487" fmla="*/ 1417856 h 2616942"/>
              <a:gd name="csX488" fmla="*/ 2297647 w 2618843"/>
              <a:gd name="csY488" fmla="*/ 1461026 h 2616942"/>
              <a:gd name="csX489" fmla="*/ 2297709 w 2618843"/>
              <a:gd name="csY489" fmla="*/ 1461286 h 2616942"/>
              <a:gd name="csX490" fmla="*/ 2306700 w 2618843"/>
              <a:gd name="csY490" fmla="*/ 1505051 h 2616942"/>
              <a:gd name="csX491" fmla="*/ 2306747 w 2618843"/>
              <a:gd name="csY491" fmla="*/ 1505311 h 2616942"/>
              <a:gd name="csX492" fmla="*/ 2313525 w 2618843"/>
              <a:gd name="csY492" fmla="*/ 1549565 h 2616942"/>
              <a:gd name="csX493" fmla="*/ 2313572 w 2618843"/>
              <a:gd name="csY493" fmla="*/ 1549825 h 2616942"/>
              <a:gd name="csX494" fmla="*/ 2318121 w 2618843"/>
              <a:gd name="csY494" fmla="*/ 1594430 h 2616942"/>
              <a:gd name="csX495" fmla="*/ 2318137 w 2618843"/>
              <a:gd name="csY495" fmla="*/ 1594689 h 2616942"/>
              <a:gd name="csX496" fmla="*/ 2320427 w 2618843"/>
              <a:gd name="csY496" fmla="*/ 1639493 h 2616942"/>
              <a:gd name="csX497" fmla="*/ 2320427 w 2618843"/>
              <a:gd name="csY497" fmla="*/ 1639752 h 2616942"/>
              <a:gd name="csX498" fmla="*/ 2320518 w 2618843"/>
              <a:gd name="csY498" fmla="*/ 1684632 h 2616942"/>
              <a:gd name="csX499" fmla="*/ 2320518 w 2618843"/>
              <a:gd name="csY499" fmla="*/ 1684907 h 2616942"/>
              <a:gd name="csX500" fmla="*/ 2318320 w 2618843"/>
              <a:gd name="csY500" fmla="*/ 1729710 h 2616942"/>
              <a:gd name="csX501" fmla="*/ 2318304 w 2618843"/>
              <a:gd name="csY501" fmla="*/ 1729970 h 2616942"/>
              <a:gd name="csX502" fmla="*/ 2313862 w 2618843"/>
              <a:gd name="csY502" fmla="*/ 1774575 h 2616942"/>
              <a:gd name="csX503" fmla="*/ 2313815 w 2618843"/>
              <a:gd name="csY503" fmla="*/ 1774850 h 2616942"/>
              <a:gd name="csX504" fmla="*/ 2307129 w 2618843"/>
              <a:gd name="csY504" fmla="*/ 1819120 h 2616942"/>
              <a:gd name="csX505" fmla="*/ 2307082 w 2618843"/>
              <a:gd name="csY505" fmla="*/ 1819379 h 2616942"/>
              <a:gd name="csX506" fmla="*/ 2298198 w 2618843"/>
              <a:gd name="csY506" fmla="*/ 1863175 h 2616942"/>
              <a:gd name="csX507" fmla="*/ 2298135 w 2618843"/>
              <a:gd name="csY507" fmla="*/ 1863435 h 2616942"/>
              <a:gd name="csX508" fmla="*/ 2287068 w 2618843"/>
              <a:gd name="csY508" fmla="*/ 1906620 h 2616942"/>
              <a:gd name="csX509" fmla="*/ 2287005 w 2618843"/>
              <a:gd name="csY509" fmla="*/ 1906880 h 2616942"/>
              <a:gd name="csX510" fmla="*/ 2273785 w 2618843"/>
              <a:gd name="csY510" fmla="*/ 1949317 h 2616942"/>
              <a:gd name="csX511" fmla="*/ 2273694 w 2618843"/>
              <a:gd name="csY511" fmla="*/ 1949561 h 2616942"/>
              <a:gd name="csX512" fmla="*/ 2258367 w 2618843"/>
              <a:gd name="csY512" fmla="*/ 1991143 h 2616942"/>
              <a:gd name="csX513" fmla="*/ 2258260 w 2618843"/>
              <a:gd name="csY513" fmla="*/ 1991403 h 2616942"/>
              <a:gd name="csX514" fmla="*/ 2249376 w 2618843"/>
              <a:gd name="csY514" fmla="*/ 2012148 h 2616942"/>
              <a:gd name="csX515" fmla="*/ 2220601 w 2618843"/>
              <a:gd name="csY515" fmla="*/ 2073072 h 2616942"/>
              <a:gd name="csX516" fmla="*/ 2220494 w 2618843"/>
              <a:gd name="csY516" fmla="*/ 2073255 h 2616942"/>
              <a:gd name="csX517" fmla="*/ 2199900 w 2618843"/>
              <a:gd name="csY517" fmla="*/ 2110121 h 2616942"/>
              <a:gd name="csX518" fmla="*/ 2199763 w 2618843"/>
              <a:gd name="csY518" fmla="*/ 2110364 h 2616942"/>
              <a:gd name="csX519" fmla="*/ 2176544 w 2618843"/>
              <a:gd name="csY519" fmla="*/ 2147215 h 2616942"/>
              <a:gd name="csX520" fmla="*/ 2176392 w 2618843"/>
              <a:gd name="csY520" fmla="*/ 2147444 h 2616942"/>
              <a:gd name="csX521" fmla="*/ 2151372 w 2618843"/>
              <a:gd name="csY521" fmla="*/ 2182829 h 2616942"/>
              <a:gd name="csX522" fmla="*/ 2151204 w 2618843"/>
              <a:gd name="csY522" fmla="*/ 2183058 h 2616942"/>
              <a:gd name="csX523" fmla="*/ 2124459 w 2618843"/>
              <a:gd name="csY523" fmla="*/ 2216871 h 2616942"/>
              <a:gd name="csX524" fmla="*/ 2124276 w 2618843"/>
              <a:gd name="csY524" fmla="*/ 2217100 h 2616942"/>
              <a:gd name="csX525" fmla="*/ 2095867 w 2618843"/>
              <a:gd name="csY525" fmla="*/ 2249232 h 2616942"/>
              <a:gd name="csX526" fmla="*/ 2095669 w 2618843"/>
              <a:gd name="csY526" fmla="*/ 2249446 h 2616942"/>
              <a:gd name="csX527" fmla="*/ 2065703 w 2618843"/>
              <a:gd name="csY527" fmla="*/ 2279794 h 2616942"/>
              <a:gd name="csX528" fmla="*/ 2065489 w 2618843"/>
              <a:gd name="csY528" fmla="*/ 2279992 h 2616942"/>
              <a:gd name="csX529" fmla="*/ 2062452 w 2618843"/>
              <a:gd name="csY529" fmla="*/ 2282740 h 2616942"/>
              <a:gd name="csX530" fmla="*/ 1985926 w 2618843"/>
              <a:gd name="csY530" fmla="*/ 2346075 h 2616942"/>
              <a:gd name="csX531" fmla="*/ 1985728 w 2618843"/>
              <a:gd name="csY531" fmla="*/ 2346182 h 2616942"/>
              <a:gd name="csX532" fmla="*/ 1577623 w 2618843"/>
              <a:gd name="csY532" fmla="*/ 2481204 h 2616942"/>
              <a:gd name="csX533" fmla="*/ 1577349 w 2618843"/>
              <a:gd name="csY533" fmla="*/ 2481204 h 2616942"/>
              <a:gd name="csX534" fmla="*/ 1576860 w 2618843"/>
              <a:gd name="csY534" fmla="*/ 2481204 h 2616942"/>
              <a:gd name="csX535" fmla="*/ 1576616 w 2618843"/>
              <a:gd name="csY535" fmla="*/ 2481204 h 2616942"/>
              <a:gd name="csX536" fmla="*/ 1533553 w 2618843"/>
              <a:gd name="csY536" fmla="*/ 2480333 h 2616942"/>
              <a:gd name="csX537" fmla="*/ 1533324 w 2618843"/>
              <a:gd name="csY537" fmla="*/ 2480333 h 2616942"/>
              <a:gd name="csX538" fmla="*/ 1489970 w 2618843"/>
              <a:gd name="csY538" fmla="*/ 2477616 h 2616942"/>
              <a:gd name="csX539" fmla="*/ 1489757 w 2618843"/>
              <a:gd name="csY539" fmla="*/ 2477585 h 2616942"/>
              <a:gd name="csX540" fmla="*/ 1446708 w 2618843"/>
              <a:gd name="csY540" fmla="*/ 2473036 h 2616942"/>
              <a:gd name="csX541" fmla="*/ 1446479 w 2618843"/>
              <a:gd name="csY541" fmla="*/ 2473005 h 2616942"/>
              <a:gd name="csX542" fmla="*/ 1403874 w 2618843"/>
              <a:gd name="csY542" fmla="*/ 2466639 h 2616942"/>
              <a:gd name="csX543" fmla="*/ 1403645 w 2618843"/>
              <a:gd name="csY543" fmla="*/ 2466608 h 2616942"/>
              <a:gd name="csX544" fmla="*/ 1361634 w 2618843"/>
              <a:gd name="csY544" fmla="*/ 2458456 h 2616942"/>
              <a:gd name="csX545" fmla="*/ 1361405 w 2618843"/>
              <a:gd name="csY545" fmla="*/ 2458410 h 2616942"/>
              <a:gd name="csX546" fmla="*/ 1320112 w 2618843"/>
              <a:gd name="csY546" fmla="*/ 2448487 h 2616942"/>
              <a:gd name="csX547" fmla="*/ 1319883 w 2618843"/>
              <a:gd name="csY547" fmla="*/ 2448425 h 2616942"/>
              <a:gd name="csX548" fmla="*/ 1279491 w 2618843"/>
              <a:gd name="csY548" fmla="*/ 2436777 h 2616942"/>
              <a:gd name="csX549" fmla="*/ 1279262 w 2618843"/>
              <a:gd name="csY549" fmla="*/ 2436699 h 2616942"/>
              <a:gd name="csX550" fmla="*/ 1239862 w 2618843"/>
              <a:gd name="csY550" fmla="*/ 2423372 h 2616942"/>
              <a:gd name="csX551" fmla="*/ 1239633 w 2618843"/>
              <a:gd name="csY551" fmla="*/ 2423281 h 2616942"/>
              <a:gd name="csX552" fmla="*/ 1201410 w 2618843"/>
              <a:gd name="csY552" fmla="*/ 2408363 h 2616942"/>
              <a:gd name="csX553" fmla="*/ 1201181 w 2618843"/>
              <a:gd name="csY553" fmla="*/ 2408271 h 2616942"/>
              <a:gd name="csX554" fmla="*/ 1164223 w 2618843"/>
              <a:gd name="csY554" fmla="*/ 2391709 h 2616942"/>
              <a:gd name="csX555" fmla="*/ 1163994 w 2618843"/>
              <a:gd name="csY555" fmla="*/ 2391602 h 2616942"/>
              <a:gd name="csX556" fmla="*/ 1128441 w 2618843"/>
              <a:gd name="csY556" fmla="*/ 2373528 h 2616942"/>
              <a:gd name="csX557" fmla="*/ 1128197 w 2618843"/>
              <a:gd name="csY557" fmla="*/ 2373390 h 2616942"/>
              <a:gd name="csX558" fmla="*/ 1094186 w 2618843"/>
              <a:gd name="csY558" fmla="*/ 2353850 h 2616942"/>
              <a:gd name="csX559" fmla="*/ 1093942 w 2618843"/>
              <a:gd name="csY559" fmla="*/ 2353713 h 2616942"/>
              <a:gd name="csX560" fmla="*/ 1061564 w 2618843"/>
              <a:gd name="csY560" fmla="*/ 2332769 h 2616942"/>
              <a:gd name="csX561" fmla="*/ 1061335 w 2618843"/>
              <a:gd name="csY561" fmla="*/ 2332601 h 2616942"/>
              <a:gd name="csX562" fmla="*/ 1030713 w 2618843"/>
              <a:gd name="csY562" fmla="*/ 2310359 h 2616942"/>
              <a:gd name="csX563" fmla="*/ 1030484 w 2618843"/>
              <a:gd name="csY563" fmla="*/ 2310177 h 2616942"/>
              <a:gd name="csX564" fmla="*/ 1001724 w 2618843"/>
              <a:gd name="csY564" fmla="*/ 2286698 h 2616942"/>
              <a:gd name="csX565" fmla="*/ 1001480 w 2618843"/>
              <a:gd name="csY565" fmla="*/ 2286500 h 2616942"/>
              <a:gd name="csX566" fmla="*/ 974659 w 2618843"/>
              <a:gd name="csY566" fmla="*/ 2261877 h 2616942"/>
              <a:gd name="csX567" fmla="*/ 974430 w 2618843"/>
              <a:gd name="csY567" fmla="*/ 2261664 h 2616942"/>
              <a:gd name="csX568" fmla="*/ 949654 w 2618843"/>
              <a:gd name="csY568" fmla="*/ 2235972 h 2616942"/>
              <a:gd name="csX569" fmla="*/ 949441 w 2618843"/>
              <a:gd name="csY569" fmla="*/ 2235728 h 2616942"/>
              <a:gd name="csX570" fmla="*/ 926786 w 2618843"/>
              <a:gd name="csY570" fmla="*/ 2209060 h 2616942"/>
              <a:gd name="csX571" fmla="*/ 926572 w 2618843"/>
              <a:gd name="csY571" fmla="*/ 2208784 h 2616942"/>
              <a:gd name="csX572" fmla="*/ 906101 w 2618843"/>
              <a:gd name="csY572" fmla="*/ 2181246 h 2616942"/>
              <a:gd name="csX573" fmla="*/ 905903 w 2618843"/>
              <a:gd name="csY573" fmla="*/ 2180956 h 2616942"/>
              <a:gd name="csX574" fmla="*/ 887691 w 2618843"/>
              <a:gd name="csY574" fmla="*/ 2152639 h 2616942"/>
              <a:gd name="csX575" fmla="*/ 887493 w 2618843"/>
              <a:gd name="csY575" fmla="*/ 2152319 h 2616942"/>
              <a:gd name="csX576" fmla="*/ 871586 w 2618843"/>
              <a:gd name="csY576" fmla="*/ 2123315 h 2616942"/>
              <a:gd name="csX577" fmla="*/ 871418 w 2618843"/>
              <a:gd name="csY577" fmla="*/ 2122978 h 2616942"/>
              <a:gd name="csX578" fmla="*/ 857862 w 2618843"/>
              <a:gd name="csY578" fmla="*/ 2093395 h 2616942"/>
              <a:gd name="csX579" fmla="*/ 857710 w 2618843"/>
              <a:gd name="csY579" fmla="*/ 2093028 h 2616942"/>
              <a:gd name="csX580" fmla="*/ 846551 w 2618843"/>
              <a:gd name="csY580" fmla="*/ 2062955 h 2616942"/>
              <a:gd name="csX581" fmla="*/ 846429 w 2618843"/>
              <a:gd name="csY581" fmla="*/ 2062573 h 2616942"/>
              <a:gd name="csX582" fmla="*/ 837682 w 2618843"/>
              <a:gd name="csY582" fmla="*/ 2032104 h 2616942"/>
              <a:gd name="csX583" fmla="*/ 837591 w 2618843"/>
              <a:gd name="csY583" fmla="*/ 2031708 h 2616942"/>
              <a:gd name="csX584" fmla="*/ 831301 w 2618843"/>
              <a:gd name="csY584" fmla="*/ 2000948 h 2616942"/>
              <a:gd name="csX585" fmla="*/ 831223 w 2618843"/>
              <a:gd name="csY585" fmla="*/ 2000536 h 2616942"/>
              <a:gd name="csX586" fmla="*/ 827391 w 2618843"/>
              <a:gd name="csY586" fmla="*/ 1969578 h 2616942"/>
              <a:gd name="csX587" fmla="*/ 827360 w 2618843"/>
              <a:gd name="csY587" fmla="*/ 1969166 h 2616942"/>
              <a:gd name="csX588" fmla="*/ 826001 w 2618843"/>
              <a:gd name="csY588" fmla="*/ 1938117 h 2616942"/>
              <a:gd name="csX589" fmla="*/ 826001 w 2618843"/>
              <a:gd name="csY589" fmla="*/ 1937705 h 2616942"/>
              <a:gd name="csX590" fmla="*/ 827116 w 2618843"/>
              <a:gd name="csY590" fmla="*/ 1906640 h 2616942"/>
              <a:gd name="csX591" fmla="*/ 827147 w 2618843"/>
              <a:gd name="csY591" fmla="*/ 1906212 h 2616942"/>
              <a:gd name="csX592" fmla="*/ 830719 w 2618843"/>
              <a:gd name="csY592" fmla="*/ 1875239 h 2616942"/>
              <a:gd name="csX593" fmla="*/ 830782 w 2618843"/>
              <a:gd name="csY593" fmla="*/ 1874827 h 2616942"/>
              <a:gd name="csX594" fmla="*/ 836827 w 2618843"/>
              <a:gd name="csY594" fmla="*/ 1844037 h 2616942"/>
              <a:gd name="csX595" fmla="*/ 836918 w 2618843"/>
              <a:gd name="csY595" fmla="*/ 1843640 h 2616942"/>
              <a:gd name="csX596" fmla="*/ 845421 w 2618843"/>
              <a:gd name="csY596" fmla="*/ 1813125 h 2616942"/>
              <a:gd name="csX597" fmla="*/ 845543 w 2618843"/>
              <a:gd name="csY597" fmla="*/ 1812743 h 2616942"/>
              <a:gd name="csX598" fmla="*/ 856458 w 2618843"/>
              <a:gd name="csY598" fmla="*/ 1782625 h 2616942"/>
              <a:gd name="csX599" fmla="*/ 856610 w 2618843"/>
              <a:gd name="csY599" fmla="*/ 1782274 h 2616942"/>
              <a:gd name="csX600" fmla="*/ 869845 w 2618843"/>
              <a:gd name="csY600" fmla="*/ 1752782 h 2616942"/>
              <a:gd name="csX601" fmla="*/ 870013 w 2618843"/>
              <a:gd name="csY601" fmla="*/ 1752430 h 2616942"/>
              <a:gd name="csX602" fmla="*/ 885691 w 2618843"/>
              <a:gd name="csY602" fmla="*/ 1723350 h 2616942"/>
              <a:gd name="csX603" fmla="*/ 885874 w 2618843"/>
              <a:gd name="csY603" fmla="*/ 1723030 h 2616942"/>
              <a:gd name="csX604" fmla="*/ 903612 w 2618843"/>
              <a:gd name="csY604" fmla="*/ 1694988 h 2616942"/>
              <a:gd name="csX605" fmla="*/ 903734 w 2618843"/>
              <a:gd name="csY605" fmla="*/ 1694850 h 2616942"/>
              <a:gd name="csX606" fmla="*/ 903765 w 2618843"/>
              <a:gd name="csY606" fmla="*/ 1694787 h 2616942"/>
              <a:gd name="csX607" fmla="*/ 904009 w 2618843"/>
              <a:gd name="csY607" fmla="*/ 1694406 h 2616942"/>
              <a:gd name="csX608" fmla="*/ 904162 w 2618843"/>
              <a:gd name="csY608" fmla="*/ 1694132 h 2616942"/>
              <a:gd name="csX609" fmla="*/ 904498 w 2618843"/>
              <a:gd name="csY609" fmla="*/ 1693597 h 2616942"/>
              <a:gd name="csX610" fmla="*/ 904529 w 2618843"/>
              <a:gd name="csY610" fmla="*/ 1693550 h 2616942"/>
              <a:gd name="csX611" fmla="*/ 904544 w 2618843"/>
              <a:gd name="csY611" fmla="*/ 1693503 h 2616942"/>
              <a:gd name="csX612" fmla="*/ 904636 w 2618843"/>
              <a:gd name="csY612" fmla="*/ 1693366 h 2616942"/>
              <a:gd name="csX613" fmla="*/ 904667 w 2618843"/>
              <a:gd name="csY613" fmla="*/ 1693288 h 2616942"/>
              <a:gd name="csX614" fmla="*/ 904683 w 2618843"/>
              <a:gd name="csY614" fmla="*/ 1693288 h 2616942"/>
              <a:gd name="csX615" fmla="*/ 904683 w 2618843"/>
              <a:gd name="csY615" fmla="*/ 1693272 h 2616942"/>
              <a:gd name="csX616" fmla="*/ 904683 w 2618843"/>
              <a:gd name="csY616" fmla="*/ 1693257 h 2616942"/>
              <a:gd name="csX617" fmla="*/ 904698 w 2618843"/>
              <a:gd name="csY617" fmla="*/ 1693209 h 2616942"/>
              <a:gd name="csX618" fmla="*/ 904714 w 2618843"/>
              <a:gd name="csY618" fmla="*/ 1693178 h 2616942"/>
              <a:gd name="csX619" fmla="*/ 904745 w 2618843"/>
              <a:gd name="csY619" fmla="*/ 1693100 h 2616942"/>
              <a:gd name="csX620" fmla="*/ 904867 w 2618843"/>
              <a:gd name="csY620" fmla="*/ 1692779 h 2616942"/>
              <a:gd name="csX621" fmla="*/ 904959 w 2618843"/>
              <a:gd name="csY621" fmla="*/ 1692550 h 2616942"/>
              <a:gd name="csX622" fmla="*/ 905127 w 2618843"/>
              <a:gd name="csY622" fmla="*/ 1692108 h 2616942"/>
              <a:gd name="csX623" fmla="*/ 905142 w 2618843"/>
              <a:gd name="csY623" fmla="*/ 1692046 h 2616942"/>
              <a:gd name="csX624" fmla="*/ 905234 w 2618843"/>
              <a:gd name="csY624" fmla="*/ 1691771 h 2616942"/>
              <a:gd name="csX625" fmla="*/ 905234 w 2618843"/>
              <a:gd name="csY625" fmla="*/ 1691756 h 2616942"/>
              <a:gd name="csX626" fmla="*/ 905386 w 2618843"/>
              <a:gd name="csY626" fmla="*/ 1691069 h 2616942"/>
              <a:gd name="csX627" fmla="*/ 905386 w 2618843"/>
              <a:gd name="csY627" fmla="*/ 1691053 h 2616942"/>
              <a:gd name="csX628" fmla="*/ 905449 w 2618843"/>
              <a:gd name="csY628" fmla="*/ 1690702 h 2616942"/>
              <a:gd name="csX629" fmla="*/ 905465 w 2618843"/>
              <a:gd name="csY629" fmla="*/ 1690624 h 2616942"/>
              <a:gd name="csX630" fmla="*/ 905543 w 2618843"/>
              <a:gd name="csY630" fmla="*/ 1689800 h 2616942"/>
              <a:gd name="csX631" fmla="*/ 905543 w 2618843"/>
              <a:gd name="csY631" fmla="*/ 1689768 h 2616942"/>
              <a:gd name="csX632" fmla="*/ 905558 w 2618843"/>
              <a:gd name="csY632" fmla="*/ 1689570 h 2616942"/>
              <a:gd name="csX633" fmla="*/ 905558 w 2618843"/>
              <a:gd name="csY633" fmla="*/ 1689433 h 2616942"/>
              <a:gd name="csX634" fmla="*/ 905574 w 2618843"/>
              <a:gd name="csY634" fmla="*/ 1689234 h 2616942"/>
              <a:gd name="csX635" fmla="*/ 905558 w 2618843"/>
              <a:gd name="csY635" fmla="*/ 1674808 h 2616942"/>
              <a:gd name="csX636" fmla="*/ 905543 w 2618843"/>
              <a:gd name="csY636" fmla="*/ 1674609 h 2616942"/>
              <a:gd name="csX637" fmla="*/ 905543 w 2618843"/>
              <a:gd name="csY637" fmla="*/ 1674547 h 2616942"/>
              <a:gd name="csX638" fmla="*/ 905511 w 2618843"/>
              <a:gd name="csY638" fmla="*/ 1674196 h 2616942"/>
              <a:gd name="csX639" fmla="*/ 905496 w 2618843"/>
              <a:gd name="csY639" fmla="*/ 1673906 h 2616942"/>
              <a:gd name="csX640" fmla="*/ 905449 w 2618843"/>
              <a:gd name="csY640" fmla="*/ 1673357 h 2616942"/>
              <a:gd name="csX641" fmla="*/ 905418 w 2618843"/>
              <a:gd name="csY641" fmla="*/ 1673204 h 2616942"/>
              <a:gd name="csX642" fmla="*/ 905418 w 2618843"/>
              <a:gd name="csY642" fmla="*/ 1673173 h 2616942"/>
              <a:gd name="csX643" fmla="*/ 905418 w 2618843"/>
              <a:gd name="csY643" fmla="*/ 1673157 h 2616942"/>
              <a:gd name="csX644" fmla="*/ 905402 w 2618843"/>
              <a:gd name="csY644" fmla="*/ 1673126 h 2616942"/>
              <a:gd name="csX645" fmla="*/ 905355 w 2618843"/>
              <a:gd name="csY645" fmla="*/ 1672866 h 2616942"/>
              <a:gd name="csX646" fmla="*/ 905308 w 2618843"/>
              <a:gd name="csY646" fmla="*/ 1672668 h 2616942"/>
              <a:gd name="csX647" fmla="*/ 905201 w 2618843"/>
              <a:gd name="csY647" fmla="*/ 1672226 h 2616942"/>
              <a:gd name="csX648" fmla="*/ 905185 w 2618843"/>
              <a:gd name="csY648" fmla="*/ 1672163 h 2616942"/>
              <a:gd name="csX649" fmla="*/ 905185 w 2618843"/>
              <a:gd name="csY649" fmla="*/ 1672147 h 2616942"/>
              <a:gd name="csX650" fmla="*/ 905154 w 2618843"/>
              <a:gd name="csY650" fmla="*/ 1672069 h 2616942"/>
              <a:gd name="csX651" fmla="*/ 905032 w 2618843"/>
              <a:gd name="csY651" fmla="*/ 1671810 h 2616942"/>
              <a:gd name="csX652" fmla="*/ 904651 w 2618843"/>
              <a:gd name="csY652" fmla="*/ 1670848 h 2616942"/>
              <a:gd name="csX653" fmla="*/ 904619 w 2618843"/>
              <a:gd name="csY653" fmla="*/ 1670756 h 2616942"/>
              <a:gd name="csX654" fmla="*/ 904573 w 2618843"/>
              <a:gd name="csY654" fmla="*/ 1670679 h 2616942"/>
              <a:gd name="csX655" fmla="*/ 904145 w 2618843"/>
              <a:gd name="csY655" fmla="*/ 1669946 h 2616942"/>
              <a:gd name="csX656" fmla="*/ 904098 w 2618843"/>
              <a:gd name="csY656" fmla="*/ 1669855 h 2616942"/>
              <a:gd name="csX657" fmla="*/ 903976 w 2618843"/>
              <a:gd name="csY657" fmla="*/ 1669672 h 2616942"/>
              <a:gd name="csX658" fmla="*/ 903961 w 2618843"/>
              <a:gd name="csY658" fmla="*/ 1669641 h 2616942"/>
              <a:gd name="csX659" fmla="*/ 903350 w 2618843"/>
              <a:gd name="csY659" fmla="*/ 1668862 h 2616942"/>
              <a:gd name="csX660" fmla="*/ 903228 w 2618843"/>
              <a:gd name="csY660" fmla="*/ 1668755 h 2616942"/>
              <a:gd name="csX661" fmla="*/ 902343 w 2618843"/>
              <a:gd name="csY661" fmla="*/ 1667870 h 2616942"/>
              <a:gd name="csX662" fmla="*/ 902359 w 2618843"/>
              <a:gd name="csY662" fmla="*/ 1667870 h 2616942"/>
              <a:gd name="csX663" fmla="*/ 904923 w 2618843"/>
              <a:gd name="csY663" fmla="*/ 1668679 h 2616942"/>
              <a:gd name="csX664" fmla="*/ 902236 w 2618843"/>
              <a:gd name="csY664" fmla="*/ 1667778 h 2616942"/>
              <a:gd name="csX665" fmla="*/ 902084 w 2618843"/>
              <a:gd name="csY665" fmla="*/ 1667716 h 2616942"/>
              <a:gd name="csX666" fmla="*/ 895917 w 2618843"/>
              <a:gd name="csY666" fmla="*/ 1665945 h 2616942"/>
              <a:gd name="csX667" fmla="*/ 895901 w 2618843"/>
              <a:gd name="csY667" fmla="*/ 1665945 h 2616942"/>
              <a:gd name="csX668" fmla="*/ 890299 w 2618843"/>
              <a:gd name="csY668" fmla="*/ 1668906 h 2616942"/>
              <a:gd name="csX669" fmla="*/ 890192 w 2618843"/>
              <a:gd name="csY669" fmla="*/ 1669029 h 2616942"/>
              <a:gd name="csX670" fmla="*/ 890100 w 2618843"/>
              <a:gd name="csY670" fmla="*/ 1669120 h 2616942"/>
              <a:gd name="csX671" fmla="*/ 889993 w 2618843"/>
              <a:gd name="csY671" fmla="*/ 1669242 h 2616942"/>
              <a:gd name="csX672" fmla="*/ 888344 w 2618843"/>
              <a:gd name="csY672" fmla="*/ 1671501 h 2616942"/>
              <a:gd name="csX673" fmla="*/ 888452 w 2618843"/>
              <a:gd name="csY673" fmla="*/ 1671379 h 2616942"/>
              <a:gd name="csX674" fmla="*/ 866836 w 2618843"/>
              <a:gd name="csY674" fmla="*/ 1700276 h 2616942"/>
              <a:gd name="csX675" fmla="*/ 861371 w 2618843"/>
              <a:gd name="csY675" fmla="*/ 1708657 h 2616942"/>
              <a:gd name="csX676" fmla="*/ 861340 w 2618843"/>
              <a:gd name="csY676" fmla="*/ 1708719 h 2616942"/>
              <a:gd name="csX677" fmla="*/ 852486 w 2618843"/>
              <a:gd name="csY677" fmla="*/ 1722275 h 2616942"/>
              <a:gd name="csX678" fmla="*/ 852439 w 2618843"/>
              <a:gd name="csY678" fmla="*/ 1722337 h 2616942"/>
              <a:gd name="csX679" fmla="*/ 846042 w 2618843"/>
              <a:gd name="csY679" fmla="*/ 1732183 h 2616942"/>
              <a:gd name="csX680" fmla="*/ 827663 w 2618843"/>
              <a:gd name="csY680" fmla="*/ 1764973 h 2616942"/>
              <a:gd name="csX681" fmla="*/ 827585 w 2618843"/>
              <a:gd name="csY681" fmla="*/ 1765141 h 2616942"/>
              <a:gd name="csX682" fmla="*/ 827478 w 2618843"/>
              <a:gd name="csY682" fmla="*/ 1765354 h 2616942"/>
              <a:gd name="csX683" fmla="*/ 812075 w 2618843"/>
              <a:gd name="csY683" fmla="*/ 1797778 h 2616942"/>
              <a:gd name="csX684" fmla="*/ 812013 w 2618843"/>
              <a:gd name="csY684" fmla="*/ 1797916 h 2616942"/>
              <a:gd name="csX685" fmla="*/ 811723 w 2618843"/>
              <a:gd name="csY685" fmla="*/ 1798542 h 2616942"/>
              <a:gd name="csX686" fmla="*/ 811508 w 2618843"/>
              <a:gd name="csY686" fmla="*/ 1799122 h 2616942"/>
              <a:gd name="csX687" fmla="*/ 810409 w 2618843"/>
              <a:gd name="csY687" fmla="*/ 1800801 h 2616942"/>
              <a:gd name="csX688" fmla="*/ 811401 w 2618843"/>
              <a:gd name="csY688" fmla="*/ 1799351 h 2616942"/>
              <a:gd name="csX689" fmla="*/ 809585 w 2618843"/>
              <a:gd name="csY689" fmla="*/ 1803594 h 2616942"/>
              <a:gd name="csX690" fmla="*/ 809707 w 2618843"/>
              <a:gd name="csY690" fmla="*/ 1803274 h 2616942"/>
              <a:gd name="csX691" fmla="*/ 809707 w 2618843"/>
              <a:gd name="csY691" fmla="*/ 1803243 h 2616942"/>
              <a:gd name="csX692" fmla="*/ 809966 w 2618843"/>
              <a:gd name="csY692" fmla="*/ 1801670 h 2616942"/>
              <a:gd name="csX693" fmla="*/ 809325 w 2618843"/>
              <a:gd name="csY693" fmla="*/ 1804174 h 2616942"/>
              <a:gd name="csX694" fmla="*/ 809432 w 2618843"/>
              <a:gd name="csY694" fmla="*/ 1803945 h 2616942"/>
              <a:gd name="csX695" fmla="*/ 808853 w 2618843"/>
              <a:gd name="csY695" fmla="*/ 1805716 h 2616942"/>
              <a:gd name="csX696" fmla="*/ 808609 w 2618843"/>
              <a:gd name="csY696" fmla="*/ 1806525 h 2616942"/>
              <a:gd name="csX697" fmla="*/ 798351 w 2618843"/>
              <a:gd name="csY697" fmla="*/ 1832827 h 2616942"/>
              <a:gd name="csX698" fmla="*/ 787497 w 2618843"/>
              <a:gd name="csY698" fmla="*/ 1867632 h 2616942"/>
              <a:gd name="csX699" fmla="*/ 779284 w 2618843"/>
              <a:gd name="csY699" fmla="*/ 1902849 h 2616942"/>
              <a:gd name="csX700" fmla="*/ 773697 w 2618843"/>
              <a:gd name="csY700" fmla="*/ 1938401 h 2616942"/>
              <a:gd name="csX701" fmla="*/ 770766 w 2618843"/>
              <a:gd name="csY701" fmla="*/ 1974122 h 2616942"/>
              <a:gd name="csX702" fmla="*/ 770506 w 2618843"/>
              <a:gd name="csY702" fmla="*/ 2009935 h 2616942"/>
              <a:gd name="csX703" fmla="*/ 772934 w 2618843"/>
              <a:gd name="csY703" fmla="*/ 2045686 h 2616942"/>
              <a:gd name="csX704" fmla="*/ 778002 w 2618843"/>
              <a:gd name="csY704" fmla="*/ 2081269 h 2616942"/>
              <a:gd name="csX705" fmla="*/ 785711 w 2618843"/>
              <a:gd name="csY705" fmla="*/ 2116563 h 2616942"/>
              <a:gd name="csX706" fmla="*/ 796045 w 2618843"/>
              <a:gd name="csY706" fmla="*/ 2151428 h 2616942"/>
              <a:gd name="csX707" fmla="*/ 808960 w 2618843"/>
              <a:gd name="csY707" fmla="*/ 2185775 h 2616942"/>
              <a:gd name="csX708" fmla="*/ 824393 w 2618843"/>
              <a:gd name="csY708" fmla="*/ 2219481 h 2616942"/>
              <a:gd name="csX709" fmla="*/ 842315 w 2618843"/>
              <a:gd name="csY709" fmla="*/ 2252439 h 2616942"/>
              <a:gd name="csX710" fmla="*/ 862648 w 2618843"/>
              <a:gd name="csY710" fmla="*/ 2284526 h 2616942"/>
              <a:gd name="csX711" fmla="*/ 885332 w 2618843"/>
              <a:gd name="csY711" fmla="*/ 2315637 h 2616942"/>
              <a:gd name="csX712" fmla="*/ 910276 w 2618843"/>
              <a:gd name="csY712" fmla="*/ 2345664 h 2616942"/>
              <a:gd name="csX713" fmla="*/ 937418 w 2618843"/>
              <a:gd name="csY713" fmla="*/ 2374546 h 2616942"/>
              <a:gd name="csX714" fmla="*/ 966636 w 2618843"/>
              <a:gd name="csY714" fmla="*/ 2402160 h 2616942"/>
              <a:gd name="csX715" fmla="*/ 997854 w 2618843"/>
              <a:gd name="csY715" fmla="*/ 2428432 h 2616942"/>
              <a:gd name="csX716" fmla="*/ 1030964 w 2618843"/>
              <a:gd name="csY716" fmla="*/ 2453253 h 2616942"/>
              <a:gd name="csX717" fmla="*/ 1065846 w 2618843"/>
              <a:gd name="csY717" fmla="*/ 2476579 h 2616942"/>
              <a:gd name="csX718" fmla="*/ 1102422 w 2618843"/>
              <a:gd name="csY718" fmla="*/ 2498332 h 2616942"/>
              <a:gd name="csX719" fmla="*/ 1140508 w 2618843"/>
              <a:gd name="csY719" fmla="*/ 2518390 h 2616942"/>
              <a:gd name="csX720" fmla="*/ 1180046 w 2618843"/>
              <a:gd name="csY720" fmla="*/ 2536754 h 2616942"/>
              <a:gd name="csX721" fmla="*/ 1220850 w 2618843"/>
              <a:gd name="csY721" fmla="*/ 2553348 h 2616942"/>
              <a:gd name="csX722" fmla="*/ 1262845 w 2618843"/>
              <a:gd name="csY722" fmla="*/ 2568109 h 2616942"/>
              <a:gd name="csX723" fmla="*/ 1305833 w 2618843"/>
              <a:gd name="csY723" fmla="*/ 2580978 h 2616942"/>
              <a:gd name="csX724" fmla="*/ 1349721 w 2618843"/>
              <a:gd name="csY724" fmla="*/ 2591923 h 2616942"/>
              <a:gd name="csX725" fmla="*/ 1394341 w 2618843"/>
              <a:gd name="csY725" fmla="*/ 2600930 h 2616942"/>
              <a:gd name="csX726" fmla="*/ 1439542 w 2618843"/>
              <a:gd name="csY726" fmla="*/ 2607967 h 2616942"/>
              <a:gd name="csX727" fmla="*/ 1485201 w 2618843"/>
              <a:gd name="csY727" fmla="*/ 2612974 h 2616942"/>
              <a:gd name="csX728" fmla="*/ 1531165 w 2618843"/>
              <a:gd name="csY728" fmla="*/ 2615966 h 2616942"/>
              <a:gd name="csX729" fmla="*/ 1577068 w 2618843"/>
              <a:gd name="csY729" fmla="*/ 2616943 h 2616942"/>
              <a:gd name="csX730" fmla="*/ 1577343 w 2618843"/>
              <a:gd name="csY730" fmla="*/ 2616927 h 2616942"/>
              <a:gd name="csX731" fmla="*/ 1577465 w 2618843"/>
              <a:gd name="csY731" fmla="*/ 2616927 h 2616942"/>
              <a:gd name="csX732" fmla="*/ 1630039 w 2618843"/>
              <a:gd name="csY732" fmla="*/ 2615660 h 2616942"/>
              <a:gd name="csX733" fmla="*/ 1682674 w 2618843"/>
              <a:gd name="csY733" fmla="*/ 2611935 h 2616942"/>
              <a:gd name="csX734" fmla="*/ 1735019 w 2618843"/>
              <a:gd name="csY734" fmla="*/ 2605783 h 2616942"/>
              <a:gd name="csX735" fmla="*/ 1786967 w 2618843"/>
              <a:gd name="csY735" fmla="*/ 2597220 h 2616942"/>
              <a:gd name="csX736" fmla="*/ 1838381 w 2618843"/>
              <a:gd name="csY736" fmla="*/ 2586244 h 2616942"/>
              <a:gd name="csX737" fmla="*/ 1889123 w 2618843"/>
              <a:gd name="csY737" fmla="*/ 2572917 h 2616942"/>
              <a:gd name="csX738" fmla="*/ 1939071 w 2618843"/>
              <a:gd name="csY738" fmla="*/ 2557255 h 2616942"/>
              <a:gd name="csX739" fmla="*/ 1988073 w 2618843"/>
              <a:gd name="csY739" fmla="*/ 2539303 h 2616942"/>
              <a:gd name="csX740" fmla="*/ 2036022 w 2618843"/>
              <a:gd name="csY740" fmla="*/ 2519092 h 2616942"/>
              <a:gd name="csX741" fmla="*/ 2082810 w 2618843"/>
              <a:gd name="csY741" fmla="*/ 2496683 h 2616942"/>
              <a:gd name="csX742" fmla="*/ 2128301 w 2618843"/>
              <a:gd name="csY742" fmla="*/ 2472136 h 2616942"/>
              <a:gd name="csX743" fmla="*/ 2172372 w 2618843"/>
              <a:gd name="csY743" fmla="*/ 2445529 h 2616942"/>
              <a:gd name="csX744" fmla="*/ 2214917 w 2618843"/>
              <a:gd name="csY744" fmla="*/ 2416891 h 2616942"/>
              <a:gd name="csX745" fmla="*/ 2255813 w 2618843"/>
              <a:gd name="csY745" fmla="*/ 2386330 h 2616942"/>
              <a:gd name="csX746" fmla="*/ 2294984 w 2618843"/>
              <a:gd name="csY746" fmla="*/ 2353906 h 2616942"/>
              <a:gd name="csX747" fmla="*/ 2332308 w 2618843"/>
              <a:gd name="csY747" fmla="*/ 2319697 h 2616942"/>
              <a:gd name="csX748" fmla="*/ 2367708 w 2618843"/>
              <a:gd name="csY748" fmla="*/ 2283824 h 2616942"/>
              <a:gd name="csX749" fmla="*/ 2401063 w 2618843"/>
              <a:gd name="csY749" fmla="*/ 2246332 h 2616942"/>
              <a:gd name="csX750" fmla="*/ 2432296 w 2618843"/>
              <a:gd name="csY750" fmla="*/ 2207345 h 2616942"/>
              <a:gd name="csX751" fmla="*/ 2461346 w 2618843"/>
              <a:gd name="csY751" fmla="*/ 2166968 h 2616942"/>
              <a:gd name="csX752" fmla="*/ 2488137 w 2618843"/>
              <a:gd name="csY752" fmla="*/ 2125278 h 2616942"/>
              <a:gd name="csX753" fmla="*/ 2512546 w 2618843"/>
              <a:gd name="csY753" fmla="*/ 2082398 h 2616942"/>
              <a:gd name="csX754" fmla="*/ 2534589 w 2618843"/>
              <a:gd name="csY754" fmla="*/ 2038450 h 2616942"/>
              <a:gd name="csX755" fmla="*/ 2548420 w 2618843"/>
              <a:gd name="csY755" fmla="*/ 2006667 h 2616942"/>
              <a:gd name="csX756" fmla="*/ 2548007 w 2618843"/>
              <a:gd name="csY756" fmla="*/ 2008728 h 2616942"/>
              <a:gd name="csX757" fmla="*/ 2548908 w 2618843"/>
              <a:gd name="csY757" fmla="*/ 2005797 h 2616942"/>
              <a:gd name="csX758" fmla="*/ 2549610 w 2618843"/>
              <a:gd name="csY758" fmla="*/ 2004545 h 2616942"/>
              <a:gd name="csX759" fmla="*/ 2549626 w 2618843"/>
              <a:gd name="csY759" fmla="*/ 2004514 h 2616942"/>
              <a:gd name="csX760" fmla="*/ 2549717 w 2618843"/>
              <a:gd name="csY760" fmla="*/ 2004285 h 2616942"/>
              <a:gd name="csX761" fmla="*/ 2549749 w 2618843"/>
              <a:gd name="csY761" fmla="*/ 2004238 h 2616942"/>
              <a:gd name="csX762" fmla="*/ 2549749 w 2618843"/>
              <a:gd name="csY762" fmla="*/ 2004222 h 2616942"/>
              <a:gd name="csX763" fmla="*/ 2549749 w 2618843"/>
              <a:gd name="csY763" fmla="*/ 2004207 h 2616942"/>
              <a:gd name="csX764" fmla="*/ 2549811 w 2618843"/>
              <a:gd name="csY764" fmla="*/ 2004069 h 2616942"/>
              <a:gd name="csX765" fmla="*/ 2549948 w 2618843"/>
              <a:gd name="csY765" fmla="*/ 2003672 h 2616942"/>
              <a:gd name="csX766" fmla="*/ 2549826 w 2618843"/>
              <a:gd name="csY766" fmla="*/ 2003962 h 2616942"/>
              <a:gd name="csX767" fmla="*/ 2550071 w 2618843"/>
              <a:gd name="csY767" fmla="*/ 2003245 h 2616942"/>
              <a:gd name="csX768" fmla="*/ 2550269 w 2618843"/>
              <a:gd name="csY768" fmla="*/ 2002665 h 2616942"/>
              <a:gd name="csX769" fmla="*/ 2550620 w 2618843"/>
              <a:gd name="csY769" fmla="*/ 2001627 h 2616942"/>
              <a:gd name="csX770" fmla="*/ 2550651 w 2618843"/>
              <a:gd name="csY770" fmla="*/ 2001549 h 2616942"/>
              <a:gd name="csX771" fmla="*/ 2554162 w 2618843"/>
              <a:gd name="csY771" fmla="*/ 1993519 h 2616942"/>
              <a:gd name="csX772" fmla="*/ 2571214 w 2618843"/>
              <a:gd name="csY772" fmla="*/ 1947739 h 2616942"/>
              <a:gd name="csX773" fmla="*/ 2585716 w 2618843"/>
              <a:gd name="csY773" fmla="*/ 1901225 h 2616942"/>
              <a:gd name="csX774" fmla="*/ 2589105 w 2618843"/>
              <a:gd name="csY774" fmla="*/ 1887792 h 2616942"/>
              <a:gd name="csX775" fmla="*/ 2589120 w 2618843"/>
              <a:gd name="csY775" fmla="*/ 1887745 h 2616942"/>
              <a:gd name="csX776" fmla="*/ 2591456 w 2618843"/>
              <a:gd name="csY776" fmla="*/ 1878449 h 2616942"/>
              <a:gd name="csX777" fmla="*/ 2597623 w 2618843"/>
              <a:gd name="csY777" fmla="*/ 1854100 h 2616942"/>
              <a:gd name="csX778" fmla="*/ 2606889 w 2618843"/>
              <a:gd name="csY778" fmla="*/ 1806473 h 2616942"/>
              <a:gd name="csX779" fmla="*/ 2613499 w 2618843"/>
              <a:gd name="csY779" fmla="*/ 1758708 h 2616942"/>
              <a:gd name="csX780" fmla="*/ 2613515 w 2618843"/>
              <a:gd name="csY780" fmla="*/ 1758645 h 2616942"/>
              <a:gd name="csX781" fmla="*/ 2613515 w 2618843"/>
              <a:gd name="csY781" fmla="*/ 1758554 h 2616942"/>
              <a:gd name="csX782" fmla="*/ 2613530 w 2618843"/>
              <a:gd name="csY782" fmla="*/ 1758507 h 2616942"/>
              <a:gd name="csX783" fmla="*/ 2617484 w 2618843"/>
              <a:gd name="csY783" fmla="*/ 1710253 h 2616942"/>
              <a:gd name="csX784" fmla="*/ 2618705 w 2618843"/>
              <a:gd name="csY784" fmla="*/ 1664839 h 2616942"/>
              <a:gd name="csX785" fmla="*/ 2618705 w 2618843"/>
              <a:gd name="csY785" fmla="*/ 1664717 h 2616942"/>
              <a:gd name="csX786" fmla="*/ 2618843 w 2618843"/>
              <a:gd name="csY786" fmla="*/ 1661740 h 2616942"/>
              <a:gd name="csX787" fmla="*/ 2618843 w 2618843"/>
              <a:gd name="csY787" fmla="*/ 1661662 h 2616942"/>
              <a:gd name="csX788" fmla="*/ 2618843 w 2618843"/>
              <a:gd name="csY788" fmla="*/ 1661373 h 2616942"/>
              <a:gd name="csX789" fmla="*/ 2618843 w 2618843"/>
              <a:gd name="csY789" fmla="*/ 1661341 h 2616942"/>
              <a:gd name="csX790" fmla="*/ 2618843 w 2618843"/>
              <a:gd name="csY790" fmla="*/ 1661294 h 2616942"/>
              <a:gd name="csX791" fmla="*/ 2618843 w 2618843"/>
              <a:gd name="csY791" fmla="*/ 1661216 h 2616942"/>
              <a:gd name="csX792" fmla="*/ 2618843 w 2618843"/>
              <a:gd name="csY792" fmla="*/ 1661200 h 2616942"/>
              <a:gd name="csX793" fmla="*/ 2618843 w 2618843"/>
              <a:gd name="csY793" fmla="*/ 1661185 h 2616942"/>
              <a:gd name="csX794" fmla="*/ 2617454 w 2618843"/>
              <a:gd name="csY794" fmla="*/ 1617144 h 2616942"/>
              <a:gd name="csX795" fmla="*/ 2613363 w 2618843"/>
              <a:gd name="csY795" fmla="*/ 1572707 h 2616942"/>
              <a:gd name="csX796" fmla="*/ 2606585 w 2618843"/>
              <a:gd name="csY796" fmla="*/ 1528484 h 2616942"/>
              <a:gd name="csX797" fmla="*/ 2597166 w 2618843"/>
              <a:gd name="csY797" fmla="*/ 1484642 h 2616942"/>
              <a:gd name="csX798" fmla="*/ 2585091 w 2618843"/>
              <a:gd name="csY798" fmla="*/ 1441227 h 2616942"/>
              <a:gd name="csX799" fmla="*/ 2570436 w 2618843"/>
              <a:gd name="csY799" fmla="*/ 1398408 h 2616942"/>
              <a:gd name="csX800" fmla="*/ 2553187 w 2618843"/>
              <a:gd name="csY800" fmla="*/ 1356291 h 2616942"/>
              <a:gd name="csX801" fmla="*/ 2533433 w 2618843"/>
              <a:gd name="csY801" fmla="*/ 1314953 h 2616942"/>
              <a:gd name="csX802" fmla="*/ 2511207 w 2618843"/>
              <a:gd name="csY802" fmla="*/ 1274531 h 2616942"/>
              <a:gd name="csX803" fmla="*/ 2486584 w 2618843"/>
              <a:gd name="csY803" fmla="*/ 1235100 h 2616942"/>
              <a:gd name="csX804" fmla="*/ 2459610 w 2618843"/>
              <a:gd name="csY804" fmla="*/ 1196785 h 2616942"/>
              <a:gd name="csX805" fmla="*/ 2430361 w 2618843"/>
              <a:gd name="csY805" fmla="*/ 1159705 h 2616942"/>
              <a:gd name="csX806" fmla="*/ 2398915 w 2618843"/>
              <a:gd name="csY806" fmla="*/ 1123908 h 2616942"/>
              <a:gd name="csX807" fmla="*/ 2365361 w 2618843"/>
              <a:gd name="csY807" fmla="*/ 1089500 h 2616942"/>
              <a:gd name="csX808" fmla="*/ 2329778 w 2618843"/>
              <a:gd name="csY808" fmla="*/ 1056573 h 2616942"/>
              <a:gd name="csX809" fmla="*/ 2292256 w 2618843"/>
              <a:gd name="csY809" fmla="*/ 1025218 h 2616942"/>
              <a:gd name="csX810" fmla="*/ 2252901 w 2618843"/>
              <a:gd name="csY810" fmla="*/ 995527 h 2616942"/>
              <a:gd name="csX811" fmla="*/ 2211792 w 2618843"/>
              <a:gd name="csY811" fmla="*/ 967546 h 2616942"/>
              <a:gd name="csX812" fmla="*/ 2169064 w 2618843"/>
              <a:gd name="csY812" fmla="*/ 941351 h 2616942"/>
              <a:gd name="csX813" fmla="*/ 2124840 w 2618843"/>
              <a:gd name="csY813" fmla="*/ 917003 h 2616942"/>
              <a:gd name="csX814" fmla="*/ 2079181 w 2618843"/>
              <a:gd name="csY814" fmla="*/ 894593 h 2616942"/>
              <a:gd name="csX815" fmla="*/ 2032240 w 2618843"/>
              <a:gd name="csY815" fmla="*/ 874169 h 2616942"/>
              <a:gd name="csX816" fmla="*/ 1984139 w 2618843"/>
              <a:gd name="csY816" fmla="*/ 855759 h 2616942"/>
              <a:gd name="csX817" fmla="*/ 1934985 w 2618843"/>
              <a:gd name="csY817" fmla="*/ 839425 h 2616942"/>
              <a:gd name="csX818" fmla="*/ 1884914 w 2618843"/>
              <a:gd name="csY818" fmla="*/ 825213 h 2616942"/>
              <a:gd name="csX819" fmla="*/ 1834065 w 2618843"/>
              <a:gd name="csY819" fmla="*/ 813153 h 2616942"/>
              <a:gd name="csX820" fmla="*/ 1815197 w 2618843"/>
              <a:gd name="csY820" fmla="*/ 809535 h 2616942"/>
              <a:gd name="csX821" fmla="*/ 1811011 w 2618843"/>
              <a:gd name="csY821" fmla="*/ 803367 h 2616942"/>
              <a:gd name="csX822" fmla="*/ 1814678 w 2618843"/>
              <a:gd name="csY822" fmla="*/ 799308 h 2616942"/>
              <a:gd name="csX823" fmla="*/ 1818250 w 2618843"/>
              <a:gd name="csY823" fmla="*/ 798239 h 2616942"/>
              <a:gd name="csX824" fmla="*/ 1852735 w 2618843"/>
              <a:gd name="csY824" fmla="*/ 785951 h 2616942"/>
              <a:gd name="csX825" fmla="*/ 1886013 w 2618843"/>
              <a:gd name="csY825" fmla="*/ 772059 h 2616942"/>
              <a:gd name="csX826" fmla="*/ 1917964 w 2618843"/>
              <a:gd name="csY826" fmla="*/ 756611 h 2616942"/>
              <a:gd name="csX827" fmla="*/ 1948433 w 2618843"/>
              <a:gd name="csY827" fmla="*/ 739712 h 2616942"/>
              <a:gd name="csX828" fmla="*/ 1977285 w 2618843"/>
              <a:gd name="csY828" fmla="*/ 721394 h 2616942"/>
              <a:gd name="csX829" fmla="*/ 2004381 w 2618843"/>
              <a:gd name="csY829" fmla="*/ 701747 h 2616942"/>
              <a:gd name="csX830" fmla="*/ 2029645 w 2618843"/>
              <a:gd name="csY830" fmla="*/ 680834 h 2616942"/>
              <a:gd name="csX831" fmla="*/ 2052940 w 2618843"/>
              <a:gd name="csY831" fmla="*/ 658776 h 2616942"/>
              <a:gd name="csX832" fmla="*/ 2074159 w 2618843"/>
              <a:gd name="csY832" fmla="*/ 635618 h 2616942"/>
              <a:gd name="csX833" fmla="*/ 2093195 w 2618843"/>
              <a:gd name="csY833" fmla="*/ 611499 h 2616942"/>
              <a:gd name="csX834" fmla="*/ 2109987 w 2618843"/>
              <a:gd name="csY834" fmla="*/ 586495 h 2616942"/>
              <a:gd name="csX835" fmla="*/ 2124428 w 2618843"/>
              <a:gd name="csY835" fmla="*/ 560727 h 2616942"/>
              <a:gd name="csX836" fmla="*/ 2133770 w 2618843"/>
              <a:gd name="csY836" fmla="*/ 540195 h 2616942"/>
              <a:gd name="csX837" fmla="*/ 2134137 w 2618843"/>
              <a:gd name="csY837" fmla="*/ 539508 h 2616942"/>
              <a:gd name="csX838" fmla="*/ 2134733 w 2618843"/>
              <a:gd name="csY838" fmla="*/ 538424 h 2616942"/>
              <a:gd name="csX839" fmla="*/ 2134748 w 2618843"/>
              <a:gd name="csY839" fmla="*/ 538393 h 2616942"/>
              <a:gd name="csX840" fmla="*/ 2134840 w 2618843"/>
              <a:gd name="csY840" fmla="*/ 538195 h 2616942"/>
              <a:gd name="csX841" fmla="*/ 2134977 w 2618843"/>
              <a:gd name="csY841" fmla="*/ 537874 h 2616942"/>
              <a:gd name="csX842" fmla="*/ 2135040 w 2618843"/>
              <a:gd name="csY842" fmla="*/ 537706 h 2616942"/>
              <a:gd name="csX843" fmla="*/ 2135055 w 2618843"/>
              <a:gd name="csY843" fmla="*/ 537690 h 2616942"/>
              <a:gd name="csX844" fmla="*/ 2135055 w 2618843"/>
              <a:gd name="csY844" fmla="*/ 537675 h 2616942"/>
              <a:gd name="csX845" fmla="*/ 2135102 w 2618843"/>
              <a:gd name="csY845" fmla="*/ 537567 h 2616942"/>
              <a:gd name="csX846" fmla="*/ 2136323 w 2618843"/>
              <a:gd name="csY846" fmla="*/ 534621 h 2616942"/>
              <a:gd name="csX847" fmla="*/ 2136355 w 2618843"/>
              <a:gd name="csY847" fmla="*/ 534514 h 2616942"/>
              <a:gd name="csX848" fmla="*/ 2136462 w 2618843"/>
              <a:gd name="csY848" fmla="*/ 534300 h 2616942"/>
              <a:gd name="csX849" fmla="*/ 2136540 w 2618843"/>
              <a:gd name="csY849" fmla="*/ 534056 h 2616942"/>
              <a:gd name="csX850" fmla="*/ 2146080 w 2618843"/>
              <a:gd name="csY850" fmla="*/ 507159 h 2616942"/>
              <a:gd name="csX851" fmla="*/ 2153134 w 2618843"/>
              <a:gd name="csY851" fmla="*/ 479773 h 2616942"/>
              <a:gd name="csX852" fmla="*/ 2157621 w 2618843"/>
              <a:gd name="csY852" fmla="*/ 452097 h 2616942"/>
              <a:gd name="csX853" fmla="*/ 2159514 w 2618843"/>
              <a:gd name="csY853" fmla="*/ 424268 h 2616942"/>
              <a:gd name="csX854" fmla="*/ 2158812 w 2618843"/>
              <a:gd name="csY854" fmla="*/ 396409 h 2616942"/>
              <a:gd name="csX855" fmla="*/ 2155545 w 2618843"/>
              <a:gd name="csY855" fmla="*/ 368626 h 2616942"/>
              <a:gd name="csX856" fmla="*/ 2149699 w 2618843"/>
              <a:gd name="csY856" fmla="*/ 341103 h 2616942"/>
              <a:gd name="csX857" fmla="*/ 2141303 w 2618843"/>
              <a:gd name="csY857" fmla="*/ 313931 h 2616942"/>
              <a:gd name="csX858" fmla="*/ 2130419 w 2618843"/>
              <a:gd name="csY858" fmla="*/ 287247 h 2616942"/>
              <a:gd name="csX859" fmla="*/ 2117092 w 2618843"/>
              <a:gd name="csY859" fmla="*/ 261174 h 2616942"/>
              <a:gd name="csX860" fmla="*/ 2101399 w 2618843"/>
              <a:gd name="csY860" fmla="*/ 235803 h 2616942"/>
              <a:gd name="csX861" fmla="*/ 2083386 w 2618843"/>
              <a:gd name="csY861" fmla="*/ 211287 h 2616942"/>
              <a:gd name="csX862" fmla="*/ 2063175 w 2618843"/>
              <a:gd name="csY862" fmla="*/ 187687 h 2616942"/>
              <a:gd name="csX863" fmla="*/ 2040841 w 2618843"/>
              <a:gd name="csY863" fmla="*/ 165125 h 2616942"/>
              <a:gd name="csX864" fmla="*/ 2016478 w 2618843"/>
              <a:gd name="csY864" fmla="*/ 143693 h 2616942"/>
              <a:gd name="csX865" fmla="*/ 1990222 w 2618843"/>
              <a:gd name="csY865" fmla="*/ 123466 h 2616942"/>
              <a:gd name="csX866" fmla="*/ 1962179 w 2618843"/>
              <a:gd name="csY866" fmla="*/ 104553 h 2616942"/>
              <a:gd name="csX867" fmla="*/ 1932442 w 2618843"/>
              <a:gd name="csY867" fmla="*/ 86997 h 2616942"/>
              <a:gd name="csX868" fmla="*/ 1901163 w 2618843"/>
              <a:gd name="csY868" fmla="*/ 70893 h 2616942"/>
              <a:gd name="csX869" fmla="*/ 1868495 w 2618843"/>
              <a:gd name="csY869" fmla="*/ 56314 h 2616942"/>
              <a:gd name="csX870" fmla="*/ 1834560 w 2618843"/>
              <a:gd name="csY870" fmla="*/ 43324 h 2616942"/>
              <a:gd name="csX871" fmla="*/ 1799511 w 2618843"/>
              <a:gd name="csY871" fmla="*/ 31936 h 2616942"/>
              <a:gd name="csX872" fmla="*/ 1763469 w 2618843"/>
              <a:gd name="csY872" fmla="*/ 22242 h 2616942"/>
              <a:gd name="csX873" fmla="*/ 1726634 w 2618843"/>
              <a:gd name="csY873" fmla="*/ 14243 h 2616942"/>
              <a:gd name="csX874" fmla="*/ 1689158 w 2618843"/>
              <a:gd name="csY874" fmla="*/ 8015 h 2616942"/>
              <a:gd name="csX875" fmla="*/ 1651177 w 2618843"/>
              <a:gd name="csY875" fmla="*/ 3558 h 2616942"/>
              <a:gd name="csX876" fmla="*/ 1612861 w 2618843"/>
              <a:gd name="csY876" fmla="*/ 886 h 2616942"/>
              <a:gd name="csX877" fmla="*/ 1575034 w 2618843"/>
              <a:gd name="csY877" fmla="*/ 31 h 2616942"/>
              <a:gd name="csX878" fmla="*/ 1574805 w 2618843"/>
              <a:gd name="csY878" fmla="*/ 31 h 2616942"/>
              <a:gd name="csX879" fmla="*/ 1574393 w 2618843"/>
              <a:gd name="csY879" fmla="*/ 0 h 2616942"/>
              <a:gd name="csX880" fmla="*/ 607525 w 2618843"/>
              <a:gd name="csY880" fmla="*/ 28126 h 2616942"/>
              <a:gd name="csX881" fmla="*/ 607525 w 2618843"/>
              <a:gd name="csY881" fmla="*/ 28157 h 2616942"/>
              <a:gd name="csX882" fmla="*/ 607724 w 2618843"/>
              <a:gd name="csY882" fmla="*/ 27867 h 2616942"/>
              <a:gd name="csX883" fmla="*/ 975452 w 2618843"/>
              <a:gd name="csY883" fmla="*/ 6266 h 2616942"/>
              <a:gd name="csX884" fmla="*/ 975436 w 2618843"/>
              <a:gd name="csY884" fmla="*/ 6297 h 2616942"/>
              <a:gd name="csX885" fmla="*/ 975420 w 2618843"/>
              <a:gd name="csY885" fmla="*/ 6375 h 2616942"/>
              <a:gd name="csX886" fmla="*/ 608502 w 2618843"/>
              <a:gd name="csY886" fmla="*/ 26752 h 2616942"/>
              <a:gd name="csX887" fmla="*/ 607724 w 2618843"/>
              <a:gd name="csY887" fmla="*/ 27927 h 2616942"/>
              <a:gd name="csX888" fmla="*/ 607495 w 2618843"/>
              <a:gd name="csY888" fmla="*/ 28263 h 2616942"/>
              <a:gd name="csX889" fmla="*/ 606991 w 2618843"/>
              <a:gd name="csY889" fmla="*/ 30446 h 2616942"/>
              <a:gd name="csX890" fmla="*/ 608502 w 2618843"/>
              <a:gd name="csY890" fmla="*/ 26752 h 2616942"/>
              <a:gd name="csX891" fmla="*/ 1401264 w 2618843"/>
              <a:gd name="csY891" fmla="*/ 755836 h 2616942"/>
              <a:gd name="csX892" fmla="*/ 1400577 w 2618843"/>
              <a:gd name="csY892" fmla="*/ 755883 h 2616942"/>
              <a:gd name="csX893" fmla="*/ 1400302 w 2618843"/>
              <a:gd name="csY893" fmla="*/ 755946 h 2616942"/>
              <a:gd name="csX894" fmla="*/ 1401264 w 2618843"/>
              <a:gd name="csY894" fmla="*/ 755839 h 2616942"/>
              <a:gd name="csX895" fmla="*/ 1397646 w 2618843"/>
              <a:gd name="csY895" fmla="*/ 856816 h 2616942"/>
              <a:gd name="csX896" fmla="*/ 1161781 w 2618843"/>
              <a:gd name="csY896" fmla="*/ 857122 h 2616942"/>
              <a:gd name="csX897" fmla="*/ 1161185 w 2618843"/>
              <a:gd name="csY897" fmla="*/ 857169 h 2616942"/>
              <a:gd name="csX898" fmla="*/ 1160956 w 2618843"/>
              <a:gd name="csY898" fmla="*/ 857200 h 2616942"/>
              <a:gd name="csX899" fmla="*/ 1160743 w 2618843"/>
              <a:gd name="csY899" fmla="*/ 857216 h 2616942"/>
              <a:gd name="csX900" fmla="*/ 1160224 w 2618843"/>
              <a:gd name="csY900" fmla="*/ 857307 h 2616942"/>
              <a:gd name="csX901" fmla="*/ 1160086 w 2618843"/>
              <a:gd name="csY901" fmla="*/ 857338 h 2616942"/>
              <a:gd name="csX902" fmla="*/ 1159582 w 2618843"/>
              <a:gd name="csY902" fmla="*/ 857445 h 2616942"/>
              <a:gd name="csX903" fmla="*/ 1158834 w 2618843"/>
              <a:gd name="csY903" fmla="*/ 857674 h 2616942"/>
              <a:gd name="csX904" fmla="*/ 1158727 w 2618843"/>
              <a:gd name="csY904" fmla="*/ 857721 h 2616942"/>
              <a:gd name="csX905" fmla="*/ 1158620 w 2618843"/>
              <a:gd name="csY905" fmla="*/ 857752 h 2616942"/>
              <a:gd name="csX906" fmla="*/ 1157933 w 2618843"/>
              <a:gd name="csY906" fmla="*/ 858073 h 2616942"/>
              <a:gd name="csX907" fmla="*/ 1157795 w 2618843"/>
              <a:gd name="csY907" fmla="*/ 858135 h 2616942"/>
              <a:gd name="csX908" fmla="*/ 1157627 w 2618843"/>
              <a:gd name="csY908" fmla="*/ 858214 h 2616942"/>
              <a:gd name="csX909" fmla="*/ 1157520 w 2618843"/>
              <a:gd name="csY909" fmla="*/ 858276 h 2616942"/>
              <a:gd name="csX910" fmla="*/ 1157474 w 2618843"/>
              <a:gd name="csY910" fmla="*/ 858307 h 2616942"/>
              <a:gd name="csX911" fmla="*/ 1156955 w 2618843"/>
              <a:gd name="csY911" fmla="*/ 858643 h 2616942"/>
              <a:gd name="csX912" fmla="*/ 1156892 w 2618843"/>
              <a:gd name="csY912" fmla="*/ 858690 h 2616942"/>
              <a:gd name="csX913" fmla="*/ 1156709 w 2618843"/>
              <a:gd name="csY913" fmla="*/ 858812 h 2616942"/>
              <a:gd name="csX914" fmla="*/ 1156235 w 2618843"/>
              <a:gd name="csY914" fmla="*/ 859194 h 2616942"/>
              <a:gd name="csX915" fmla="*/ 1156098 w 2618843"/>
              <a:gd name="csY915" fmla="*/ 859301 h 2616942"/>
              <a:gd name="csX916" fmla="*/ 1155792 w 2618843"/>
              <a:gd name="csY916" fmla="*/ 859576 h 2616942"/>
              <a:gd name="csX917" fmla="*/ 1155517 w 2618843"/>
              <a:gd name="csY917" fmla="*/ 859866 h 2616942"/>
              <a:gd name="csX918" fmla="*/ 1155395 w 2618843"/>
              <a:gd name="csY918" fmla="*/ 859988 h 2616942"/>
              <a:gd name="csX919" fmla="*/ 1154937 w 2618843"/>
              <a:gd name="csY919" fmla="*/ 860522 h 2616942"/>
              <a:gd name="csX920" fmla="*/ 1154647 w 2618843"/>
              <a:gd name="csY920" fmla="*/ 860934 h 2616942"/>
              <a:gd name="csX921" fmla="*/ 1154585 w 2618843"/>
              <a:gd name="csY921" fmla="*/ 861026 h 2616942"/>
              <a:gd name="csX922" fmla="*/ 1154417 w 2618843"/>
              <a:gd name="csY922" fmla="*/ 861269 h 2616942"/>
              <a:gd name="csX923" fmla="*/ 1154385 w 2618843"/>
              <a:gd name="csY923" fmla="*/ 861332 h 2616942"/>
              <a:gd name="csX924" fmla="*/ 1154354 w 2618843"/>
              <a:gd name="csY924" fmla="*/ 861379 h 2616942"/>
              <a:gd name="csX925" fmla="*/ 1154079 w 2618843"/>
              <a:gd name="csY925" fmla="*/ 861928 h 2616942"/>
              <a:gd name="csX926" fmla="*/ 1153881 w 2618843"/>
              <a:gd name="csY926" fmla="*/ 862279 h 2616942"/>
              <a:gd name="csX927" fmla="*/ 1153818 w 2618843"/>
              <a:gd name="csY927" fmla="*/ 862386 h 2616942"/>
              <a:gd name="csX928" fmla="*/ 1153818 w 2618843"/>
              <a:gd name="csY928" fmla="*/ 862402 h 2616942"/>
              <a:gd name="csX929" fmla="*/ 1153787 w 2618843"/>
              <a:gd name="csY929" fmla="*/ 862449 h 2616942"/>
              <a:gd name="csX930" fmla="*/ 1153771 w 2618843"/>
              <a:gd name="csY930" fmla="*/ 862496 h 2616942"/>
              <a:gd name="csX931" fmla="*/ 1153771 w 2618843"/>
              <a:gd name="csY931" fmla="*/ 862527 h 2616942"/>
              <a:gd name="csX932" fmla="*/ 1153724 w 2618843"/>
              <a:gd name="csY932" fmla="*/ 862634 h 2616942"/>
              <a:gd name="csX933" fmla="*/ 1153677 w 2618843"/>
              <a:gd name="csY933" fmla="*/ 862726 h 2616942"/>
              <a:gd name="csX934" fmla="*/ 1153387 w 2618843"/>
              <a:gd name="csY934" fmla="*/ 863611 h 2616942"/>
              <a:gd name="csX935" fmla="*/ 1153387 w 2618843"/>
              <a:gd name="csY935" fmla="*/ 863642 h 2616942"/>
              <a:gd name="csX936" fmla="*/ 1153325 w 2618843"/>
              <a:gd name="csY936" fmla="*/ 863902 h 2616942"/>
              <a:gd name="csX937" fmla="*/ 1153309 w 2618843"/>
              <a:gd name="csY937" fmla="*/ 863933 h 2616942"/>
              <a:gd name="csX938" fmla="*/ 1153309 w 2618843"/>
              <a:gd name="csY938" fmla="*/ 863980 h 2616942"/>
              <a:gd name="csX939" fmla="*/ 1153157 w 2618843"/>
              <a:gd name="csY939" fmla="*/ 864759 h 2616942"/>
              <a:gd name="csX940" fmla="*/ 1153110 w 2618843"/>
              <a:gd name="csY940" fmla="*/ 864987 h 2616942"/>
              <a:gd name="csX941" fmla="*/ 1153110 w 2618843"/>
              <a:gd name="csY941" fmla="*/ 865019 h 2616942"/>
              <a:gd name="csX942" fmla="*/ 1153047 w 2618843"/>
              <a:gd name="csY942" fmla="*/ 865828 h 2616942"/>
              <a:gd name="csX943" fmla="*/ 1153032 w 2618843"/>
              <a:gd name="csY943" fmla="*/ 866148 h 2616942"/>
              <a:gd name="csX944" fmla="*/ 1153032 w 2618843"/>
              <a:gd name="csY944" fmla="*/ 866286 h 2616942"/>
              <a:gd name="csX945" fmla="*/ 1153032 w 2618843"/>
              <a:gd name="csY945" fmla="*/ 866317 h 2616942"/>
              <a:gd name="csX946" fmla="*/ 1153032 w 2618843"/>
              <a:gd name="csY946" fmla="*/ 866333 h 2616942"/>
              <a:gd name="csX947" fmla="*/ 1154116 w 2618843"/>
              <a:gd name="csY947" fmla="*/ 1826030 h 2616942"/>
              <a:gd name="csX948" fmla="*/ 1140331 w 2618843"/>
              <a:gd name="csY948" fmla="*/ 1892632 h 2616942"/>
              <a:gd name="csX949" fmla="*/ 1140331 w 2618843"/>
              <a:gd name="csY949" fmla="*/ 1892648 h 2616942"/>
              <a:gd name="csX950" fmla="*/ 1129798 w 2618843"/>
              <a:gd name="csY950" fmla="*/ 1913302 h 2616942"/>
              <a:gd name="csX951" fmla="*/ 1128897 w 2618843"/>
              <a:gd name="csY951" fmla="*/ 1914645 h 2616942"/>
              <a:gd name="csX952" fmla="*/ 1128897 w 2618843"/>
              <a:gd name="csY952" fmla="*/ 1914661 h 2616942"/>
              <a:gd name="csX953" fmla="*/ 1115601 w 2618843"/>
              <a:gd name="csY953" fmla="*/ 1933315 h 2616942"/>
              <a:gd name="csX954" fmla="*/ 1114227 w 2618843"/>
              <a:gd name="csY954" fmla="*/ 1934811 h 2616942"/>
              <a:gd name="csX955" fmla="*/ 1098687 w 2618843"/>
              <a:gd name="csY955" fmla="*/ 1951038 h 2616942"/>
              <a:gd name="csX956" fmla="*/ 1098061 w 2618843"/>
              <a:gd name="csY956" fmla="*/ 1951542 h 2616942"/>
              <a:gd name="csX957" fmla="*/ 1098045 w 2618843"/>
              <a:gd name="csY957" fmla="*/ 1951542 h 2616942"/>
              <a:gd name="csX958" fmla="*/ 986837 w 2618843"/>
              <a:gd name="csY958" fmla="*/ 1994544 h 2616942"/>
              <a:gd name="csX959" fmla="*/ 986470 w 2618843"/>
              <a:gd name="csY959" fmla="*/ 1994544 h 2616942"/>
              <a:gd name="csX960" fmla="*/ 983738 w 2618843"/>
              <a:gd name="csY960" fmla="*/ 1994803 h 2616942"/>
              <a:gd name="csX961" fmla="*/ 983555 w 2618843"/>
              <a:gd name="csY961" fmla="*/ 1994882 h 2616942"/>
              <a:gd name="csX962" fmla="*/ 981540 w 2618843"/>
              <a:gd name="csY962" fmla="*/ 1995721 h 2616942"/>
              <a:gd name="csX963" fmla="*/ 981418 w 2618843"/>
              <a:gd name="csY963" fmla="*/ 1995799 h 2616942"/>
              <a:gd name="csX964" fmla="*/ 980563 w 2618843"/>
              <a:gd name="csY964" fmla="*/ 1996379 h 2616942"/>
              <a:gd name="csX965" fmla="*/ 980532 w 2618843"/>
              <a:gd name="csY965" fmla="*/ 1996395 h 2616942"/>
              <a:gd name="csX966" fmla="*/ 980501 w 2618843"/>
              <a:gd name="csY966" fmla="*/ 1996427 h 2616942"/>
              <a:gd name="csX967" fmla="*/ 979737 w 2618843"/>
              <a:gd name="csY967" fmla="*/ 1997083 h 2616942"/>
              <a:gd name="csX968" fmla="*/ 979585 w 2618843"/>
              <a:gd name="csY968" fmla="*/ 1997251 h 2616942"/>
              <a:gd name="csX969" fmla="*/ 979522 w 2618843"/>
              <a:gd name="csY969" fmla="*/ 1997313 h 2616942"/>
              <a:gd name="csX970" fmla="*/ 979080 w 2618843"/>
              <a:gd name="csY970" fmla="*/ 1997817 h 2616942"/>
              <a:gd name="csX971" fmla="*/ 979048 w 2618843"/>
              <a:gd name="csY971" fmla="*/ 1997864 h 2616942"/>
              <a:gd name="csX972" fmla="*/ 979017 w 2618843"/>
              <a:gd name="csY972" fmla="*/ 1997895 h 2616942"/>
              <a:gd name="csX973" fmla="*/ 978819 w 2618843"/>
              <a:gd name="csY973" fmla="*/ 1998170 h 2616942"/>
              <a:gd name="csX974" fmla="*/ 978727 w 2618843"/>
              <a:gd name="csY974" fmla="*/ 1998292 h 2616942"/>
              <a:gd name="csX975" fmla="*/ 978468 w 2618843"/>
              <a:gd name="csY975" fmla="*/ 1998658 h 2616942"/>
              <a:gd name="csX976" fmla="*/ 978436 w 2618843"/>
              <a:gd name="csY976" fmla="*/ 1998737 h 2616942"/>
              <a:gd name="csX977" fmla="*/ 978345 w 2618843"/>
              <a:gd name="csY977" fmla="*/ 1998904 h 2616942"/>
              <a:gd name="csX978" fmla="*/ 978238 w 2618843"/>
              <a:gd name="csY978" fmla="*/ 1999103 h 2616942"/>
              <a:gd name="csX979" fmla="*/ 977857 w 2618843"/>
              <a:gd name="csY979" fmla="*/ 1999867 h 2616942"/>
              <a:gd name="csX980" fmla="*/ 977794 w 2618843"/>
              <a:gd name="csY980" fmla="*/ 1999989 h 2616942"/>
              <a:gd name="csX981" fmla="*/ 977763 w 2618843"/>
              <a:gd name="csY981" fmla="*/ 2000080 h 2616942"/>
              <a:gd name="csX982" fmla="*/ 977716 w 2618843"/>
              <a:gd name="csY982" fmla="*/ 2000172 h 2616942"/>
              <a:gd name="csX983" fmla="*/ 977548 w 2618843"/>
              <a:gd name="csY983" fmla="*/ 2000629 h 2616942"/>
              <a:gd name="csX984" fmla="*/ 977441 w 2618843"/>
              <a:gd name="csY984" fmla="*/ 2000889 h 2616942"/>
              <a:gd name="csX985" fmla="*/ 977425 w 2618843"/>
              <a:gd name="csY985" fmla="*/ 2000920 h 2616942"/>
              <a:gd name="csX986" fmla="*/ 977425 w 2618843"/>
              <a:gd name="csY986" fmla="*/ 2000936 h 2616942"/>
              <a:gd name="csX987" fmla="*/ 977425 w 2618843"/>
              <a:gd name="csY987" fmla="*/ 2000951 h 2616942"/>
              <a:gd name="csX988" fmla="*/ 977410 w 2618843"/>
              <a:gd name="csY988" fmla="*/ 2000983 h 2616942"/>
              <a:gd name="csX989" fmla="*/ 977394 w 2618843"/>
              <a:gd name="csY989" fmla="*/ 2001030 h 2616942"/>
              <a:gd name="csX990" fmla="*/ 977241 w 2618843"/>
              <a:gd name="csY990" fmla="*/ 2001717 h 2616942"/>
              <a:gd name="csX991" fmla="*/ 977194 w 2618843"/>
              <a:gd name="csY991" fmla="*/ 2001930 h 2616942"/>
              <a:gd name="csX992" fmla="*/ 977132 w 2618843"/>
              <a:gd name="csY992" fmla="*/ 2002190 h 2616942"/>
              <a:gd name="csX993" fmla="*/ 977132 w 2618843"/>
              <a:gd name="csY993" fmla="*/ 2002268 h 2616942"/>
              <a:gd name="csX994" fmla="*/ 977116 w 2618843"/>
              <a:gd name="csY994" fmla="*/ 2002315 h 2616942"/>
              <a:gd name="csX995" fmla="*/ 977085 w 2618843"/>
              <a:gd name="csY995" fmla="*/ 2002773 h 2616942"/>
              <a:gd name="csX996" fmla="*/ 977054 w 2618843"/>
              <a:gd name="csY996" fmla="*/ 2003215 h 2616942"/>
              <a:gd name="csX997" fmla="*/ 977023 w 2618843"/>
              <a:gd name="csY997" fmla="*/ 2003459 h 2616942"/>
              <a:gd name="csX998" fmla="*/ 977023 w 2618843"/>
              <a:gd name="csY998" fmla="*/ 2003474 h 2616942"/>
              <a:gd name="csX999" fmla="*/ 977023 w 2618843"/>
              <a:gd name="csY999" fmla="*/ 2003490 h 2616942"/>
              <a:gd name="csX1000" fmla="*/ 977023 w 2618843"/>
              <a:gd name="csY1000" fmla="*/ 2003537 h 2616942"/>
              <a:gd name="csX1001" fmla="*/ 977038 w 2618843"/>
              <a:gd name="csY1001" fmla="*/ 2003506 h 2616942"/>
              <a:gd name="csX1002" fmla="*/ 977023 w 2618843"/>
              <a:gd name="csY1002" fmla="*/ 2003689 h 2616942"/>
              <a:gd name="csX1003" fmla="*/ 977038 w 2618843"/>
              <a:gd name="csY1003" fmla="*/ 2018267 h 2616942"/>
              <a:gd name="csX1004" fmla="*/ 977116 w 2618843"/>
              <a:gd name="csY1004" fmla="*/ 2019381 h 2616942"/>
              <a:gd name="csX1005" fmla="*/ 977116 w 2618843"/>
              <a:gd name="csY1005" fmla="*/ 2019397 h 2616942"/>
              <a:gd name="csX1006" fmla="*/ 977712 w 2618843"/>
              <a:gd name="csY1006" fmla="*/ 2021595 h 2616942"/>
              <a:gd name="csX1007" fmla="*/ 980460 w 2618843"/>
              <a:gd name="csY1007" fmla="*/ 2025152 h 2616942"/>
              <a:gd name="csX1008" fmla="*/ 981376 w 2618843"/>
              <a:gd name="csY1008" fmla="*/ 2025778 h 2616942"/>
              <a:gd name="csX1009" fmla="*/ 981407 w 2618843"/>
              <a:gd name="csY1009" fmla="*/ 2025778 h 2616942"/>
              <a:gd name="csX1010" fmla="*/ 985758 w 2618843"/>
              <a:gd name="csY1010" fmla="*/ 2026938 h 2616942"/>
              <a:gd name="csX1011" fmla="*/ 1576329 w 2618843"/>
              <a:gd name="csY1011" fmla="*/ 2026236 h 2616942"/>
              <a:gd name="csX1012" fmla="*/ 1576864 w 2618843"/>
              <a:gd name="csY1012" fmla="*/ 2026205 h 2616942"/>
              <a:gd name="csX1013" fmla="*/ 1577413 w 2618843"/>
              <a:gd name="csY1013" fmla="*/ 2026173 h 2616942"/>
              <a:gd name="csX1014" fmla="*/ 1577215 w 2618843"/>
              <a:gd name="csY1014" fmla="*/ 2026174 h 2616942"/>
              <a:gd name="csX1015" fmla="*/ 1577627 w 2618843"/>
              <a:gd name="csY1015" fmla="*/ 2026142 h 2616942"/>
              <a:gd name="csX1016" fmla="*/ 1577674 w 2618843"/>
              <a:gd name="csY1016" fmla="*/ 2026142 h 2616942"/>
              <a:gd name="csX1017" fmla="*/ 1577781 w 2618843"/>
              <a:gd name="csY1017" fmla="*/ 2026127 h 2616942"/>
              <a:gd name="csX1018" fmla="*/ 1578223 w 2618843"/>
              <a:gd name="csY1018" fmla="*/ 2026036 h 2616942"/>
              <a:gd name="csX1019" fmla="*/ 1578239 w 2618843"/>
              <a:gd name="csY1019" fmla="*/ 2026036 h 2616942"/>
              <a:gd name="csX1020" fmla="*/ 1578285 w 2618843"/>
              <a:gd name="csY1020" fmla="*/ 2026020 h 2616942"/>
              <a:gd name="csX1021" fmla="*/ 1578468 w 2618843"/>
              <a:gd name="csY1021" fmla="*/ 2025973 h 2616942"/>
              <a:gd name="csX1022" fmla="*/ 1578515 w 2618843"/>
              <a:gd name="csY1022" fmla="*/ 2025957 h 2616942"/>
              <a:gd name="csX1023" fmla="*/ 1578578 w 2618843"/>
              <a:gd name="csY1023" fmla="*/ 2025942 h 2616942"/>
              <a:gd name="csX1024" fmla="*/ 1580654 w 2618843"/>
              <a:gd name="csY1024" fmla="*/ 2025148 h 2616942"/>
              <a:gd name="csX1025" fmla="*/ 1580732 w 2618843"/>
              <a:gd name="csY1025" fmla="*/ 2025116 h 2616942"/>
              <a:gd name="csX1026" fmla="*/ 1580779 w 2618843"/>
              <a:gd name="csY1026" fmla="*/ 2025085 h 2616942"/>
              <a:gd name="csX1027" fmla="*/ 1581741 w 2618843"/>
              <a:gd name="csY1027" fmla="*/ 2024459 h 2616942"/>
              <a:gd name="csX1028" fmla="*/ 1582489 w 2618843"/>
              <a:gd name="csY1028" fmla="*/ 2023833 h 2616942"/>
              <a:gd name="csX1029" fmla="*/ 1582703 w 2618843"/>
              <a:gd name="csY1029" fmla="*/ 2023665 h 2616942"/>
              <a:gd name="csX1030" fmla="*/ 1582750 w 2618843"/>
              <a:gd name="csY1030" fmla="*/ 2023634 h 2616942"/>
              <a:gd name="csX1031" fmla="*/ 1582765 w 2618843"/>
              <a:gd name="csY1031" fmla="*/ 2023603 h 2616942"/>
              <a:gd name="csX1032" fmla="*/ 1582812 w 2618843"/>
              <a:gd name="csY1032" fmla="*/ 2023556 h 2616942"/>
              <a:gd name="csX1033" fmla="*/ 1583240 w 2618843"/>
              <a:gd name="csY1033" fmla="*/ 2023083 h 2616942"/>
              <a:gd name="csX1034" fmla="*/ 1583208 w 2618843"/>
              <a:gd name="csY1034" fmla="*/ 2023098 h 2616942"/>
              <a:gd name="csX1035" fmla="*/ 1583712 w 2618843"/>
              <a:gd name="csY1035" fmla="*/ 2022427 h 2616942"/>
              <a:gd name="csX1036" fmla="*/ 1583850 w 2618843"/>
              <a:gd name="csY1036" fmla="*/ 2022213 h 2616942"/>
              <a:gd name="csX1037" fmla="*/ 1584078 w 2618843"/>
              <a:gd name="csY1037" fmla="*/ 2021877 h 2616942"/>
              <a:gd name="csX1038" fmla="*/ 1584094 w 2618843"/>
              <a:gd name="csY1038" fmla="*/ 2021861 h 2616942"/>
              <a:gd name="csX1039" fmla="*/ 1584491 w 2618843"/>
              <a:gd name="csY1039" fmla="*/ 2021083 h 2616942"/>
              <a:gd name="csX1040" fmla="*/ 1584554 w 2618843"/>
              <a:gd name="csY1040" fmla="*/ 2020946 h 2616942"/>
              <a:gd name="csX1041" fmla="*/ 1584554 w 2618843"/>
              <a:gd name="csY1041" fmla="*/ 2020930 h 2616942"/>
              <a:gd name="csX1042" fmla="*/ 1584585 w 2618843"/>
              <a:gd name="csY1042" fmla="*/ 2020883 h 2616942"/>
              <a:gd name="csX1043" fmla="*/ 1584845 w 2618843"/>
              <a:gd name="csY1043" fmla="*/ 2020226 h 2616942"/>
              <a:gd name="csX1044" fmla="*/ 1584845 w 2618843"/>
              <a:gd name="csY1044" fmla="*/ 2020210 h 2616942"/>
              <a:gd name="csX1045" fmla="*/ 1584860 w 2618843"/>
              <a:gd name="csY1045" fmla="*/ 2020164 h 2616942"/>
              <a:gd name="csX1046" fmla="*/ 1584860 w 2618843"/>
              <a:gd name="csY1046" fmla="*/ 2020132 h 2616942"/>
              <a:gd name="csX1047" fmla="*/ 1584922 w 2618843"/>
              <a:gd name="csY1047" fmla="*/ 2019934 h 2616942"/>
              <a:gd name="csX1048" fmla="*/ 1584922 w 2618843"/>
              <a:gd name="csY1048" fmla="*/ 2019918 h 2616942"/>
              <a:gd name="csX1049" fmla="*/ 1584938 w 2618843"/>
              <a:gd name="csY1049" fmla="*/ 2019887 h 2616942"/>
              <a:gd name="csX1050" fmla="*/ 1585001 w 2618843"/>
              <a:gd name="csY1050" fmla="*/ 2019658 h 2616942"/>
              <a:gd name="csX1051" fmla="*/ 1585153 w 2618843"/>
              <a:gd name="csY1051" fmla="*/ 2019062 h 2616942"/>
              <a:gd name="csX1052" fmla="*/ 1585153 w 2618843"/>
              <a:gd name="csY1052" fmla="*/ 2019031 h 2616942"/>
              <a:gd name="csX1053" fmla="*/ 1585231 w 2618843"/>
              <a:gd name="csY1053" fmla="*/ 2018650 h 2616942"/>
              <a:gd name="csX1054" fmla="*/ 1585278 w 2618843"/>
              <a:gd name="csY1054" fmla="*/ 2018207 h 2616942"/>
              <a:gd name="csX1055" fmla="*/ 1585325 w 2618843"/>
              <a:gd name="csY1055" fmla="*/ 2017551 h 2616942"/>
              <a:gd name="csX1056" fmla="*/ 1585325 w 2618843"/>
              <a:gd name="csY1056" fmla="*/ 2017291 h 2616942"/>
              <a:gd name="csX1057" fmla="*/ 1585341 w 2618843"/>
              <a:gd name="csY1057" fmla="*/ 2017108 h 2616942"/>
              <a:gd name="csX1058" fmla="*/ 1585325 w 2618843"/>
              <a:gd name="csY1058" fmla="*/ 2002820 h 2616942"/>
              <a:gd name="csX1059" fmla="*/ 1585309 w 2618843"/>
              <a:gd name="csY1059" fmla="*/ 2002545 h 2616942"/>
              <a:gd name="csX1060" fmla="*/ 1585294 w 2618843"/>
              <a:gd name="csY1060" fmla="*/ 2002255 h 2616942"/>
              <a:gd name="csX1061" fmla="*/ 1585231 w 2618843"/>
              <a:gd name="csY1061" fmla="*/ 2001491 h 2616942"/>
              <a:gd name="csX1062" fmla="*/ 1585231 w 2618843"/>
              <a:gd name="csY1062" fmla="*/ 2001400 h 2616942"/>
              <a:gd name="csX1063" fmla="*/ 1585169 w 2618843"/>
              <a:gd name="csY1063" fmla="*/ 2001110 h 2616942"/>
              <a:gd name="csX1064" fmla="*/ 1585031 w 2618843"/>
              <a:gd name="csY1064" fmla="*/ 2000408 h 2616942"/>
              <a:gd name="csX1065" fmla="*/ 1585016 w 2618843"/>
              <a:gd name="csY1065" fmla="*/ 2000346 h 2616942"/>
              <a:gd name="csX1066" fmla="*/ 1584924 w 2618843"/>
              <a:gd name="csY1066" fmla="*/ 2000025 h 2616942"/>
              <a:gd name="csX1067" fmla="*/ 1584680 w 2618843"/>
              <a:gd name="csY1067" fmla="*/ 1999323 h 2616942"/>
              <a:gd name="csX1068" fmla="*/ 1584633 w 2618843"/>
              <a:gd name="csY1068" fmla="*/ 1999216 h 2616942"/>
              <a:gd name="csX1069" fmla="*/ 1584526 w 2618843"/>
              <a:gd name="csY1069" fmla="*/ 1999018 h 2616942"/>
              <a:gd name="csX1070" fmla="*/ 1584160 w 2618843"/>
              <a:gd name="csY1070" fmla="*/ 1998270 h 2616942"/>
              <a:gd name="csX1071" fmla="*/ 1584128 w 2618843"/>
              <a:gd name="csY1071" fmla="*/ 1998192 h 2616942"/>
              <a:gd name="csX1072" fmla="*/ 1584037 w 2618843"/>
              <a:gd name="csY1072" fmla="*/ 1998070 h 2616942"/>
              <a:gd name="csX1073" fmla="*/ 1583518 w 2618843"/>
              <a:gd name="csY1073" fmla="*/ 1997322 h 2616942"/>
              <a:gd name="csX1074" fmla="*/ 1583502 w 2618843"/>
              <a:gd name="csY1074" fmla="*/ 1997290 h 2616942"/>
              <a:gd name="csX1075" fmla="*/ 1583424 w 2618843"/>
              <a:gd name="csY1075" fmla="*/ 1997212 h 2616942"/>
              <a:gd name="csX1076" fmla="*/ 1582798 w 2618843"/>
              <a:gd name="csY1076" fmla="*/ 1996480 h 2616942"/>
              <a:gd name="csX1077" fmla="*/ 1582751 w 2618843"/>
              <a:gd name="csY1077" fmla="*/ 1996433 h 2616942"/>
              <a:gd name="csX1078" fmla="*/ 1582599 w 2618843"/>
              <a:gd name="csY1078" fmla="*/ 1996295 h 2616942"/>
              <a:gd name="csX1079" fmla="*/ 1582339 w 2618843"/>
              <a:gd name="csY1079" fmla="*/ 1996052 h 2616942"/>
              <a:gd name="csX1080" fmla="*/ 1582050 w 2618843"/>
              <a:gd name="csY1080" fmla="*/ 1995792 h 2616942"/>
              <a:gd name="csX1081" fmla="*/ 1581790 w 2618843"/>
              <a:gd name="csY1081" fmla="*/ 1995609 h 2616942"/>
              <a:gd name="csX1082" fmla="*/ 1581577 w 2618843"/>
              <a:gd name="csY1082" fmla="*/ 1995472 h 2616942"/>
              <a:gd name="csX1083" fmla="*/ 1581119 w 2618843"/>
              <a:gd name="csY1083" fmla="*/ 1995151 h 2616942"/>
              <a:gd name="csX1084" fmla="*/ 1581040 w 2618843"/>
              <a:gd name="csY1084" fmla="*/ 1995104 h 2616942"/>
              <a:gd name="csX1085" fmla="*/ 1580827 w 2618843"/>
              <a:gd name="csY1085" fmla="*/ 1994997 h 2616942"/>
              <a:gd name="csX1086" fmla="*/ 1580614 w 2618843"/>
              <a:gd name="csY1086" fmla="*/ 1994875 h 2616942"/>
              <a:gd name="csX1087" fmla="*/ 1580232 w 2618843"/>
              <a:gd name="csY1087" fmla="*/ 1994677 h 2616942"/>
              <a:gd name="csX1088" fmla="*/ 1580019 w 2618843"/>
              <a:gd name="csY1088" fmla="*/ 1994585 h 2616942"/>
              <a:gd name="csX1089" fmla="*/ 1579713 w 2618843"/>
              <a:gd name="csY1089" fmla="*/ 1994464 h 2616942"/>
              <a:gd name="csX1090" fmla="*/ 1579073 w 2618843"/>
              <a:gd name="csY1090" fmla="*/ 1994250 h 2616942"/>
              <a:gd name="csX1091" fmla="*/ 1578829 w 2618843"/>
              <a:gd name="csY1091" fmla="*/ 1994187 h 2616942"/>
              <a:gd name="csX1092" fmla="*/ 1578737 w 2618843"/>
              <a:gd name="csY1092" fmla="*/ 1994172 h 2616942"/>
              <a:gd name="csX1093" fmla="*/ 1577898 w 2618843"/>
              <a:gd name="csY1093" fmla="*/ 1994004 h 2616942"/>
              <a:gd name="csX1094" fmla="*/ 1577866 w 2618843"/>
              <a:gd name="csY1094" fmla="*/ 1994004 h 2616942"/>
              <a:gd name="csX1095" fmla="*/ 1577591 w 2618843"/>
              <a:gd name="csY1095" fmla="*/ 1993957 h 2616942"/>
              <a:gd name="csX1096" fmla="*/ 1577576 w 2618843"/>
              <a:gd name="csY1096" fmla="*/ 1993957 h 2616942"/>
              <a:gd name="csX1097" fmla="*/ 1576873 w 2618843"/>
              <a:gd name="csY1097" fmla="*/ 1993910 h 2616942"/>
              <a:gd name="csX1098" fmla="*/ 1576506 w 2618843"/>
              <a:gd name="csY1098" fmla="*/ 1993895 h 2616942"/>
              <a:gd name="csX1099" fmla="*/ 1576399 w 2618843"/>
              <a:gd name="csY1099" fmla="*/ 1993895 h 2616942"/>
              <a:gd name="csX1100" fmla="*/ 1576231 w 2618843"/>
              <a:gd name="csY1100" fmla="*/ 1993895 h 2616942"/>
              <a:gd name="csX1101" fmla="*/ 1575972 w 2618843"/>
              <a:gd name="csY1101" fmla="*/ 1993895 h 2616942"/>
              <a:gd name="csX1102" fmla="*/ 1407885 w 2618843"/>
              <a:gd name="csY1102" fmla="*/ 1825534 h 2616942"/>
              <a:gd name="csX1103" fmla="*/ 1407885 w 2618843"/>
              <a:gd name="csY1103" fmla="*/ 1825518 h 2616942"/>
              <a:gd name="csX1104" fmla="*/ 1406786 w 2618843"/>
              <a:gd name="csY1104" fmla="*/ 865684 h 2616942"/>
              <a:gd name="csX1105" fmla="*/ 1406770 w 2618843"/>
              <a:gd name="csY1105" fmla="*/ 865485 h 2616942"/>
              <a:gd name="csX1106" fmla="*/ 1406770 w 2618843"/>
              <a:gd name="csY1106" fmla="*/ 865317 h 2616942"/>
              <a:gd name="csX1107" fmla="*/ 1406692 w 2618843"/>
              <a:gd name="csY1107" fmla="*/ 864447 h 2616942"/>
              <a:gd name="csX1108" fmla="*/ 1406692 w 2618843"/>
              <a:gd name="csY1108" fmla="*/ 864416 h 2616942"/>
              <a:gd name="csX1109" fmla="*/ 1406660 w 2618843"/>
              <a:gd name="csY1109" fmla="*/ 864217 h 2616942"/>
              <a:gd name="csX1110" fmla="*/ 1406660 w 2618843"/>
              <a:gd name="csY1110" fmla="*/ 864202 h 2616942"/>
              <a:gd name="csX1111" fmla="*/ 1406492 w 2618843"/>
              <a:gd name="csY1111" fmla="*/ 863331 h 2616942"/>
              <a:gd name="csX1112" fmla="*/ 1406445 w 2618843"/>
              <a:gd name="csY1112" fmla="*/ 863163 h 2616942"/>
              <a:gd name="csX1113" fmla="*/ 1406445 w 2618843"/>
              <a:gd name="csY1113" fmla="*/ 863132 h 2616942"/>
              <a:gd name="csX1114" fmla="*/ 1406383 w 2618843"/>
              <a:gd name="csY1114" fmla="*/ 862964 h 2616942"/>
              <a:gd name="csX1115" fmla="*/ 1406154 w 2618843"/>
              <a:gd name="csY1115" fmla="*/ 862323 h 2616942"/>
              <a:gd name="csX1116" fmla="*/ 1406138 w 2618843"/>
              <a:gd name="csY1116" fmla="*/ 862292 h 2616942"/>
              <a:gd name="csX1117" fmla="*/ 1405986 w 2618843"/>
              <a:gd name="csY1117" fmla="*/ 861925 h 2616942"/>
              <a:gd name="csX1118" fmla="*/ 1405986 w 2618843"/>
              <a:gd name="csY1118" fmla="*/ 861910 h 2616942"/>
              <a:gd name="csX1119" fmla="*/ 1405619 w 2618843"/>
              <a:gd name="csY1119" fmla="*/ 861207 h 2616942"/>
              <a:gd name="csX1120" fmla="*/ 1405541 w 2618843"/>
              <a:gd name="csY1120" fmla="*/ 861085 h 2616942"/>
              <a:gd name="csX1121" fmla="*/ 1405463 w 2618843"/>
              <a:gd name="csY1121" fmla="*/ 860963 h 2616942"/>
              <a:gd name="csX1122" fmla="*/ 1404974 w 2618843"/>
              <a:gd name="csY1122" fmla="*/ 860246 h 2616942"/>
              <a:gd name="csX1123" fmla="*/ 1404853 w 2618843"/>
              <a:gd name="csY1123" fmla="*/ 860093 h 2616942"/>
              <a:gd name="csX1124" fmla="*/ 1404395 w 2618843"/>
              <a:gd name="csY1124" fmla="*/ 859559 h 2616942"/>
              <a:gd name="csX1125" fmla="*/ 1404363 w 2618843"/>
              <a:gd name="csY1125" fmla="*/ 859528 h 2616942"/>
              <a:gd name="csX1126" fmla="*/ 1404073 w 2618843"/>
              <a:gd name="csY1126" fmla="*/ 859253 h 2616942"/>
              <a:gd name="csX1127" fmla="*/ 1403890 w 2618843"/>
              <a:gd name="csY1127" fmla="*/ 859084 h 2616942"/>
              <a:gd name="csX1128" fmla="*/ 1403493 w 2618843"/>
              <a:gd name="csY1128" fmla="*/ 858733 h 2616942"/>
              <a:gd name="csX1129" fmla="*/ 1403462 w 2618843"/>
              <a:gd name="csY1129" fmla="*/ 858718 h 2616942"/>
              <a:gd name="csX1130" fmla="*/ 1403065 w 2618843"/>
              <a:gd name="csY1130" fmla="*/ 858428 h 2616942"/>
              <a:gd name="csX1131" fmla="*/ 1403049 w 2618843"/>
              <a:gd name="csY1131" fmla="*/ 858412 h 2616942"/>
              <a:gd name="csX1132" fmla="*/ 1402500 w 2618843"/>
              <a:gd name="csY1132" fmla="*/ 858061 h 2616942"/>
              <a:gd name="csX1133" fmla="*/ 1402500 w 2618843"/>
              <a:gd name="csY1133" fmla="*/ 858046 h 2616942"/>
              <a:gd name="csX1134" fmla="*/ 1402195 w 2618843"/>
              <a:gd name="csY1134" fmla="*/ 857878 h 2616942"/>
              <a:gd name="csX1135" fmla="*/ 1402132 w 2618843"/>
              <a:gd name="csY1135" fmla="*/ 857846 h 2616942"/>
              <a:gd name="csX1136" fmla="*/ 1401597 w 2618843"/>
              <a:gd name="csY1136" fmla="*/ 857571 h 2616942"/>
              <a:gd name="csX1137" fmla="*/ 1401535 w 2618843"/>
              <a:gd name="csY1137" fmla="*/ 857556 h 2616942"/>
              <a:gd name="csX1138" fmla="*/ 1401260 w 2618843"/>
              <a:gd name="csY1138" fmla="*/ 857449 h 2616942"/>
              <a:gd name="csX1139" fmla="*/ 1400985 w 2618843"/>
              <a:gd name="csY1139" fmla="*/ 857341 h 2616942"/>
              <a:gd name="csX1140" fmla="*/ 1400695 w 2618843"/>
              <a:gd name="csY1140" fmla="*/ 857220 h 2616942"/>
              <a:gd name="csX1141" fmla="*/ 1400632 w 2618843"/>
              <a:gd name="csY1141" fmla="*/ 857204 h 2616942"/>
              <a:gd name="csX1142" fmla="*/ 1400601 w 2618843"/>
              <a:gd name="csY1142" fmla="*/ 857188 h 2616942"/>
              <a:gd name="csX1143" fmla="*/ 1400585 w 2618843"/>
              <a:gd name="csY1143" fmla="*/ 857188 h 2616942"/>
              <a:gd name="csX1144" fmla="*/ 1400523 w 2618843"/>
              <a:gd name="csY1144" fmla="*/ 857173 h 2616942"/>
              <a:gd name="csX1145" fmla="*/ 1400431 w 2618843"/>
              <a:gd name="csY1145" fmla="*/ 857157 h 2616942"/>
              <a:gd name="csX1146" fmla="*/ 1400172 w 2618843"/>
              <a:gd name="csY1146" fmla="*/ 857094 h 2616942"/>
              <a:gd name="csX1147" fmla="*/ 1399210 w 2618843"/>
              <a:gd name="csY1147" fmla="*/ 856896 h 2616942"/>
              <a:gd name="csX1148" fmla="*/ 1399147 w 2618843"/>
              <a:gd name="csY1148" fmla="*/ 856896 h 2616942"/>
              <a:gd name="csX1149" fmla="*/ 1399132 w 2618843"/>
              <a:gd name="csY1149" fmla="*/ 856896 h 2616942"/>
              <a:gd name="csX1150" fmla="*/ 1398216 w 2618843"/>
              <a:gd name="csY1150" fmla="*/ 856833 h 2616942"/>
              <a:gd name="csX1151" fmla="*/ 1397774 w 2618843"/>
              <a:gd name="csY1151" fmla="*/ 856818 h 2616942"/>
              <a:gd name="csX1152" fmla="*/ 1397652 w 2618843"/>
              <a:gd name="csY1152" fmla="*/ 856818 h 2616942"/>
              <a:gd name="csX1153" fmla="*/ 1397636 w 2618843"/>
              <a:gd name="csY1153" fmla="*/ 856818 h 2616942"/>
              <a:gd name="csX1154" fmla="*/ 1397620 w 2618843"/>
              <a:gd name="csY1154" fmla="*/ 856818 h 2616942"/>
              <a:gd name="csX1155" fmla="*/ 1397605 w 2618843"/>
              <a:gd name="csY1155" fmla="*/ 856818 h 2616942"/>
              <a:gd name="csX1156" fmla="*/ 1153660 w 2618843"/>
              <a:gd name="csY1156" fmla="*/ 862724 h 2616942"/>
              <a:gd name="csX1157" fmla="*/ 1153644 w 2618843"/>
              <a:gd name="csY1157" fmla="*/ 862755 h 2616942"/>
              <a:gd name="csX1158" fmla="*/ 1153628 w 2618843"/>
              <a:gd name="csY1158" fmla="*/ 862833 h 2616942"/>
              <a:gd name="csX1159" fmla="*/ 84121 w 2618843"/>
              <a:gd name="csY1159" fmla="*/ 1978569 h 2616942"/>
              <a:gd name="csX1160" fmla="*/ 83053 w 2618843"/>
              <a:gd name="csY1160" fmla="*/ 1979317 h 2616942"/>
              <a:gd name="csX1161" fmla="*/ 83100 w 2618843"/>
              <a:gd name="csY1161" fmla="*/ 1979301 h 2616942"/>
              <a:gd name="csX1162" fmla="*/ 1585655 w 2618843"/>
              <a:gd name="csY1162" fmla="*/ 2019358 h 2616942"/>
              <a:gd name="csX1163" fmla="*/ 1584647 w 2618843"/>
              <a:gd name="csY1163" fmla="*/ 2020808 h 2616942"/>
              <a:gd name="csX1164" fmla="*/ 1584128 w 2618843"/>
              <a:gd name="csY1164" fmla="*/ 2023037 h 2616942"/>
              <a:gd name="csX1165" fmla="*/ 1585655 w 2618843"/>
              <a:gd name="csY1165" fmla="*/ 2019358 h 2616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</a:cxnLst>
            <a:rect l="l" t="t" r="r" b="b"/>
            <a:pathLst>
              <a:path w="2618843" h="2616942">
                <a:moveTo>
                  <a:pt x="1574328" y="37"/>
                </a:moveTo>
                <a:lnTo>
                  <a:pt x="983725" y="664"/>
                </a:lnTo>
                <a:cubicBezTo>
                  <a:pt x="983487" y="670"/>
                  <a:pt x="983245" y="687"/>
                  <a:pt x="983008" y="710"/>
                </a:cubicBezTo>
                <a:cubicBezTo>
                  <a:pt x="982912" y="723"/>
                  <a:pt x="982815" y="734"/>
                  <a:pt x="982718" y="742"/>
                </a:cubicBezTo>
                <a:cubicBezTo>
                  <a:pt x="982695" y="743"/>
                  <a:pt x="982679" y="740"/>
                  <a:pt x="982655" y="742"/>
                </a:cubicBezTo>
                <a:cubicBezTo>
                  <a:pt x="982648" y="743"/>
                  <a:pt x="982632" y="740"/>
                  <a:pt x="982624" y="742"/>
                </a:cubicBezTo>
                <a:cubicBezTo>
                  <a:pt x="982376" y="773"/>
                  <a:pt x="982136" y="812"/>
                  <a:pt x="981892" y="863"/>
                </a:cubicBezTo>
                <a:cubicBezTo>
                  <a:pt x="981816" y="881"/>
                  <a:pt x="981739" y="896"/>
                  <a:pt x="981663" y="910"/>
                </a:cubicBezTo>
                <a:cubicBezTo>
                  <a:pt x="981585" y="926"/>
                  <a:pt x="981511" y="942"/>
                  <a:pt x="981434" y="957"/>
                </a:cubicBezTo>
                <a:cubicBezTo>
                  <a:pt x="981395" y="965"/>
                  <a:pt x="981364" y="981"/>
                  <a:pt x="981327" y="989"/>
                </a:cubicBezTo>
                <a:cubicBezTo>
                  <a:pt x="981205" y="1028"/>
                  <a:pt x="981080" y="1068"/>
                  <a:pt x="980960" y="1111"/>
                </a:cubicBezTo>
                <a:cubicBezTo>
                  <a:pt x="980895" y="1138"/>
                  <a:pt x="980828" y="1164"/>
                  <a:pt x="980762" y="1189"/>
                </a:cubicBezTo>
                <a:cubicBezTo>
                  <a:pt x="980600" y="1236"/>
                  <a:pt x="980447" y="1297"/>
                  <a:pt x="980289" y="1357"/>
                </a:cubicBezTo>
                <a:cubicBezTo>
                  <a:pt x="980161" y="1411"/>
                  <a:pt x="980032" y="1463"/>
                  <a:pt x="979907" y="1525"/>
                </a:cubicBezTo>
                <a:cubicBezTo>
                  <a:pt x="979857" y="1552"/>
                  <a:pt x="979806" y="1578"/>
                  <a:pt x="979755" y="1603"/>
                </a:cubicBezTo>
                <a:cubicBezTo>
                  <a:pt x="979629" y="1658"/>
                  <a:pt x="979511" y="1709"/>
                  <a:pt x="979388" y="1771"/>
                </a:cubicBezTo>
                <a:cubicBezTo>
                  <a:pt x="979373" y="1779"/>
                  <a:pt x="979357" y="1794"/>
                  <a:pt x="979342" y="1802"/>
                </a:cubicBezTo>
                <a:cubicBezTo>
                  <a:pt x="978804" y="2109"/>
                  <a:pt x="978305" y="2473"/>
                  <a:pt x="977845" y="2886"/>
                </a:cubicBezTo>
                <a:cubicBezTo>
                  <a:pt x="977785" y="2938"/>
                  <a:pt x="977725" y="2989"/>
                  <a:pt x="977662" y="3039"/>
                </a:cubicBezTo>
                <a:cubicBezTo>
                  <a:pt x="977616" y="3078"/>
                  <a:pt x="977573" y="3121"/>
                  <a:pt x="977525" y="3160"/>
                </a:cubicBezTo>
                <a:cubicBezTo>
                  <a:pt x="977430" y="3262"/>
                  <a:pt x="977341" y="3360"/>
                  <a:pt x="977250" y="3466"/>
                </a:cubicBezTo>
                <a:cubicBezTo>
                  <a:pt x="977200" y="3523"/>
                  <a:pt x="977150" y="3579"/>
                  <a:pt x="977098" y="3634"/>
                </a:cubicBezTo>
                <a:cubicBezTo>
                  <a:pt x="977001" y="3739"/>
                  <a:pt x="976899" y="3845"/>
                  <a:pt x="976808" y="3955"/>
                </a:cubicBezTo>
                <a:cubicBezTo>
                  <a:pt x="976784" y="3986"/>
                  <a:pt x="976768" y="4017"/>
                  <a:pt x="976745" y="4046"/>
                </a:cubicBezTo>
                <a:lnTo>
                  <a:pt x="976714" y="4077"/>
                </a:lnTo>
                <a:cubicBezTo>
                  <a:pt x="976618" y="4208"/>
                  <a:pt x="976528" y="4338"/>
                  <a:pt x="976439" y="4474"/>
                </a:cubicBezTo>
                <a:cubicBezTo>
                  <a:pt x="976409" y="4521"/>
                  <a:pt x="976378" y="4566"/>
                  <a:pt x="976347" y="4612"/>
                </a:cubicBezTo>
                <a:cubicBezTo>
                  <a:pt x="976308" y="4667"/>
                  <a:pt x="976263" y="4724"/>
                  <a:pt x="976225" y="4780"/>
                </a:cubicBezTo>
                <a:cubicBezTo>
                  <a:pt x="976210" y="4811"/>
                  <a:pt x="976194" y="4842"/>
                  <a:pt x="976178" y="4871"/>
                </a:cubicBezTo>
                <a:cubicBezTo>
                  <a:pt x="976074" y="5057"/>
                  <a:pt x="975978" y="5244"/>
                  <a:pt x="975888" y="5436"/>
                </a:cubicBezTo>
                <a:cubicBezTo>
                  <a:pt x="975822" y="5566"/>
                  <a:pt x="975751" y="5694"/>
                  <a:pt x="975675" y="5818"/>
                </a:cubicBezTo>
                <a:cubicBezTo>
                  <a:pt x="975651" y="5857"/>
                  <a:pt x="975636" y="5888"/>
                  <a:pt x="975613" y="5925"/>
                </a:cubicBezTo>
                <a:cubicBezTo>
                  <a:pt x="975605" y="5948"/>
                  <a:pt x="975589" y="5964"/>
                  <a:pt x="975581" y="5987"/>
                </a:cubicBezTo>
                <a:cubicBezTo>
                  <a:pt x="975575" y="6003"/>
                  <a:pt x="975573" y="6019"/>
                  <a:pt x="975566" y="6034"/>
                </a:cubicBezTo>
                <a:cubicBezTo>
                  <a:pt x="975562" y="6042"/>
                  <a:pt x="975569" y="6058"/>
                  <a:pt x="975566" y="6066"/>
                </a:cubicBezTo>
                <a:cubicBezTo>
                  <a:pt x="975550" y="6101"/>
                  <a:pt x="975535" y="6137"/>
                  <a:pt x="975519" y="6173"/>
                </a:cubicBezTo>
                <a:cubicBezTo>
                  <a:pt x="975503" y="6203"/>
                  <a:pt x="975488" y="6234"/>
                  <a:pt x="975472" y="6264"/>
                </a:cubicBezTo>
                <a:cubicBezTo>
                  <a:pt x="975362" y="6550"/>
                  <a:pt x="975261" y="6853"/>
                  <a:pt x="975182" y="7149"/>
                </a:cubicBezTo>
                <a:cubicBezTo>
                  <a:pt x="975182" y="7160"/>
                  <a:pt x="975182" y="7170"/>
                  <a:pt x="975182" y="7181"/>
                </a:cubicBezTo>
                <a:cubicBezTo>
                  <a:pt x="975158" y="7267"/>
                  <a:pt x="975143" y="7353"/>
                  <a:pt x="975119" y="7440"/>
                </a:cubicBezTo>
                <a:cubicBezTo>
                  <a:pt x="975117" y="7448"/>
                  <a:pt x="975104" y="7456"/>
                  <a:pt x="975104" y="7471"/>
                </a:cubicBezTo>
                <a:cubicBezTo>
                  <a:pt x="975104" y="7487"/>
                  <a:pt x="975104" y="7503"/>
                  <a:pt x="975104" y="7518"/>
                </a:cubicBezTo>
                <a:cubicBezTo>
                  <a:pt x="975041" y="7776"/>
                  <a:pt x="974990" y="8035"/>
                  <a:pt x="974951" y="8297"/>
                </a:cubicBezTo>
                <a:cubicBezTo>
                  <a:pt x="974937" y="8373"/>
                  <a:pt x="974922" y="8450"/>
                  <a:pt x="974904" y="8526"/>
                </a:cubicBezTo>
                <a:cubicBezTo>
                  <a:pt x="974903" y="8534"/>
                  <a:pt x="974905" y="8549"/>
                  <a:pt x="974904" y="8557"/>
                </a:cubicBezTo>
                <a:cubicBezTo>
                  <a:pt x="974873" y="8827"/>
                  <a:pt x="974850" y="9095"/>
                  <a:pt x="974842" y="9366"/>
                </a:cubicBezTo>
                <a:cubicBezTo>
                  <a:pt x="974838" y="9433"/>
                  <a:pt x="974833" y="9499"/>
                  <a:pt x="974826" y="9565"/>
                </a:cubicBezTo>
                <a:cubicBezTo>
                  <a:pt x="974826" y="9580"/>
                  <a:pt x="974826" y="9604"/>
                  <a:pt x="974826" y="9627"/>
                </a:cubicBezTo>
                <a:cubicBezTo>
                  <a:pt x="974826" y="9648"/>
                  <a:pt x="974826" y="9669"/>
                  <a:pt x="974826" y="9690"/>
                </a:cubicBezTo>
                <a:lnTo>
                  <a:pt x="974826" y="9827"/>
                </a:lnTo>
                <a:cubicBezTo>
                  <a:pt x="974826" y="9843"/>
                  <a:pt x="974826" y="9859"/>
                  <a:pt x="974826" y="9874"/>
                </a:cubicBezTo>
                <a:lnTo>
                  <a:pt x="974842" y="24315"/>
                </a:lnTo>
                <a:cubicBezTo>
                  <a:pt x="974842" y="24320"/>
                  <a:pt x="974842" y="24326"/>
                  <a:pt x="974842" y="24331"/>
                </a:cubicBezTo>
                <a:cubicBezTo>
                  <a:pt x="974842" y="24346"/>
                  <a:pt x="974842" y="24346"/>
                  <a:pt x="974842" y="24362"/>
                </a:cubicBezTo>
                <a:cubicBezTo>
                  <a:pt x="974843" y="24733"/>
                  <a:pt x="974865" y="25093"/>
                  <a:pt x="974920" y="25461"/>
                </a:cubicBezTo>
                <a:cubicBezTo>
                  <a:pt x="974920" y="25477"/>
                  <a:pt x="974920" y="25493"/>
                  <a:pt x="974920" y="25508"/>
                </a:cubicBezTo>
                <a:cubicBezTo>
                  <a:pt x="974921" y="25513"/>
                  <a:pt x="974919" y="25516"/>
                  <a:pt x="974920" y="25524"/>
                </a:cubicBezTo>
                <a:cubicBezTo>
                  <a:pt x="974967" y="25890"/>
                  <a:pt x="975054" y="26251"/>
                  <a:pt x="975149" y="26608"/>
                </a:cubicBezTo>
                <a:cubicBezTo>
                  <a:pt x="976126" y="30276"/>
                  <a:pt x="979749" y="33067"/>
                  <a:pt x="983545" y="33065"/>
                </a:cubicBezTo>
                <a:cubicBezTo>
                  <a:pt x="1076725" y="32963"/>
                  <a:pt x="1152180" y="108245"/>
                  <a:pt x="1152288" y="201425"/>
                </a:cubicBezTo>
                <a:cubicBezTo>
                  <a:pt x="1152288" y="201425"/>
                  <a:pt x="1152288" y="201441"/>
                  <a:pt x="1152288" y="201441"/>
                </a:cubicBezTo>
                <a:cubicBezTo>
                  <a:pt x="1152288" y="201441"/>
                  <a:pt x="1152288" y="201457"/>
                  <a:pt x="1152288" y="201457"/>
                </a:cubicBezTo>
                <a:lnTo>
                  <a:pt x="1152912" y="747837"/>
                </a:lnTo>
                <a:cubicBezTo>
                  <a:pt x="1152918" y="752383"/>
                  <a:pt x="1157067" y="756512"/>
                  <a:pt x="1161613" y="756508"/>
                </a:cubicBezTo>
                <a:lnTo>
                  <a:pt x="1397677" y="756279"/>
                </a:lnTo>
                <a:cubicBezTo>
                  <a:pt x="1397772" y="756274"/>
                  <a:pt x="1397857" y="756272"/>
                  <a:pt x="1397951" y="756263"/>
                </a:cubicBezTo>
                <a:cubicBezTo>
                  <a:pt x="1398043" y="756256"/>
                  <a:pt x="1398134" y="756250"/>
                  <a:pt x="1398226" y="756247"/>
                </a:cubicBezTo>
                <a:cubicBezTo>
                  <a:pt x="1398480" y="756240"/>
                  <a:pt x="1398737" y="756216"/>
                  <a:pt x="1398989" y="756185"/>
                </a:cubicBezTo>
                <a:cubicBezTo>
                  <a:pt x="1399059" y="756169"/>
                  <a:pt x="1399120" y="756154"/>
                  <a:pt x="1399187" y="756138"/>
                </a:cubicBezTo>
                <a:cubicBezTo>
                  <a:pt x="1399268" y="756121"/>
                  <a:pt x="1399350" y="756105"/>
                  <a:pt x="1399431" y="756091"/>
                </a:cubicBezTo>
                <a:cubicBezTo>
                  <a:pt x="1399635" y="756060"/>
                  <a:pt x="1399841" y="756021"/>
                  <a:pt x="1400042" y="755969"/>
                </a:cubicBezTo>
                <a:cubicBezTo>
                  <a:pt x="1400063" y="755969"/>
                  <a:pt x="1400084" y="755969"/>
                  <a:pt x="1400104" y="755969"/>
                </a:cubicBezTo>
                <a:cubicBezTo>
                  <a:pt x="1400229" y="755930"/>
                  <a:pt x="1400348" y="755877"/>
                  <a:pt x="1400471" y="755832"/>
                </a:cubicBezTo>
                <a:cubicBezTo>
                  <a:pt x="1400547" y="755804"/>
                  <a:pt x="1400623" y="755778"/>
                  <a:pt x="1400700" y="755754"/>
                </a:cubicBezTo>
                <a:cubicBezTo>
                  <a:pt x="1400812" y="755715"/>
                  <a:pt x="1400925" y="755691"/>
                  <a:pt x="1401036" y="755647"/>
                </a:cubicBezTo>
                <a:lnTo>
                  <a:pt x="1401083" y="755631"/>
                </a:lnTo>
                <a:cubicBezTo>
                  <a:pt x="1401212" y="755576"/>
                  <a:pt x="1401338" y="755508"/>
                  <a:pt x="1401464" y="755448"/>
                </a:cubicBezTo>
                <a:cubicBezTo>
                  <a:pt x="1401515" y="755426"/>
                  <a:pt x="1401566" y="755406"/>
                  <a:pt x="1401617" y="755386"/>
                </a:cubicBezTo>
                <a:cubicBezTo>
                  <a:pt x="1401836" y="755289"/>
                  <a:pt x="1402047" y="755179"/>
                  <a:pt x="1402257" y="755065"/>
                </a:cubicBezTo>
                <a:cubicBezTo>
                  <a:pt x="1402297" y="755042"/>
                  <a:pt x="1402339" y="755018"/>
                  <a:pt x="1402380" y="754987"/>
                </a:cubicBezTo>
                <a:cubicBezTo>
                  <a:pt x="1402410" y="754966"/>
                  <a:pt x="1402440" y="754945"/>
                  <a:pt x="1402471" y="754924"/>
                </a:cubicBezTo>
                <a:cubicBezTo>
                  <a:pt x="1402698" y="754786"/>
                  <a:pt x="1402929" y="754641"/>
                  <a:pt x="1403142" y="754482"/>
                </a:cubicBezTo>
                <a:cubicBezTo>
                  <a:pt x="1403148" y="754477"/>
                  <a:pt x="1403150" y="754474"/>
                  <a:pt x="1403158" y="754466"/>
                </a:cubicBezTo>
                <a:cubicBezTo>
                  <a:pt x="1403242" y="754387"/>
                  <a:pt x="1403328" y="754311"/>
                  <a:pt x="1403417" y="754237"/>
                </a:cubicBezTo>
                <a:cubicBezTo>
                  <a:pt x="1403598" y="754096"/>
                  <a:pt x="1403769" y="753950"/>
                  <a:pt x="1403936" y="753795"/>
                </a:cubicBezTo>
                <a:cubicBezTo>
                  <a:pt x="1404071" y="753660"/>
                  <a:pt x="1404208" y="753526"/>
                  <a:pt x="1404334" y="753383"/>
                </a:cubicBezTo>
                <a:cubicBezTo>
                  <a:pt x="1404364" y="753347"/>
                  <a:pt x="1404394" y="753311"/>
                  <a:pt x="1404425" y="753276"/>
                </a:cubicBezTo>
                <a:cubicBezTo>
                  <a:pt x="1404536" y="753156"/>
                  <a:pt x="1404641" y="753036"/>
                  <a:pt x="1404745" y="752909"/>
                </a:cubicBezTo>
                <a:cubicBezTo>
                  <a:pt x="1404833" y="752794"/>
                  <a:pt x="1404924" y="752678"/>
                  <a:pt x="1405005" y="752559"/>
                </a:cubicBezTo>
                <a:cubicBezTo>
                  <a:pt x="1405020" y="752532"/>
                  <a:pt x="1405036" y="752506"/>
                  <a:pt x="1405052" y="752480"/>
                </a:cubicBezTo>
                <a:cubicBezTo>
                  <a:pt x="1405153" y="752337"/>
                  <a:pt x="1405249" y="752186"/>
                  <a:pt x="1405342" y="752038"/>
                </a:cubicBezTo>
                <a:lnTo>
                  <a:pt x="1405389" y="751946"/>
                </a:lnTo>
                <a:cubicBezTo>
                  <a:pt x="1405428" y="751884"/>
                  <a:pt x="1405459" y="751814"/>
                  <a:pt x="1405496" y="751748"/>
                </a:cubicBezTo>
                <a:cubicBezTo>
                  <a:pt x="1405535" y="751676"/>
                  <a:pt x="1405575" y="751605"/>
                  <a:pt x="1405618" y="751535"/>
                </a:cubicBezTo>
                <a:cubicBezTo>
                  <a:pt x="1405707" y="751377"/>
                  <a:pt x="1405797" y="751209"/>
                  <a:pt x="1405877" y="751046"/>
                </a:cubicBezTo>
                <a:cubicBezTo>
                  <a:pt x="1405883" y="751031"/>
                  <a:pt x="1405885" y="751015"/>
                  <a:pt x="1405893" y="750999"/>
                </a:cubicBezTo>
                <a:lnTo>
                  <a:pt x="1405908" y="750984"/>
                </a:lnTo>
                <a:cubicBezTo>
                  <a:pt x="1405916" y="750968"/>
                  <a:pt x="1405916" y="750945"/>
                  <a:pt x="1405924" y="750921"/>
                </a:cubicBezTo>
                <a:cubicBezTo>
                  <a:pt x="1405953" y="750849"/>
                  <a:pt x="1405983" y="750778"/>
                  <a:pt x="1406015" y="750708"/>
                </a:cubicBezTo>
                <a:cubicBezTo>
                  <a:pt x="1406119" y="750464"/>
                  <a:pt x="1406210" y="750212"/>
                  <a:pt x="1406291" y="749960"/>
                </a:cubicBezTo>
                <a:cubicBezTo>
                  <a:pt x="1406305" y="749893"/>
                  <a:pt x="1406321" y="749827"/>
                  <a:pt x="1406338" y="749761"/>
                </a:cubicBezTo>
                <a:cubicBezTo>
                  <a:pt x="1406427" y="749455"/>
                  <a:pt x="1406495" y="749144"/>
                  <a:pt x="1406551" y="748830"/>
                </a:cubicBezTo>
                <a:cubicBezTo>
                  <a:pt x="1406559" y="748775"/>
                  <a:pt x="1406574" y="748729"/>
                  <a:pt x="1406582" y="748678"/>
                </a:cubicBezTo>
                <a:lnTo>
                  <a:pt x="1406582" y="748662"/>
                </a:lnTo>
                <a:cubicBezTo>
                  <a:pt x="1406637" y="748321"/>
                  <a:pt x="1406663" y="747984"/>
                  <a:pt x="1406673" y="747639"/>
                </a:cubicBezTo>
                <a:cubicBezTo>
                  <a:pt x="1406672" y="747573"/>
                  <a:pt x="1406672" y="747507"/>
                  <a:pt x="1406673" y="747441"/>
                </a:cubicBezTo>
                <a:cubicBezTo>
                  <a:pt x="1406678" y="747370"/>
                  <a:pt x="1406689" y="747284"/>
                  <a:pt x="1406689" y="747212"/>
                </a:cubicBezTo>
                <a:lnTo>
                  <a:pt x="1405972" y="111673"/>
                </a:lnTo>
                <a:cubicBezTo>
                  <a:pt x="1405974" y="108765"/>
                  <a:pt x="1408331" y="106409"/>
                  <a:pt x="1411238" y="106406"/>
                </a:cubicBezTo>
                <a:lnTo>
                  <a:pt x="1574395" y="106193"/>
                </a:lnTo>
                <a:cubicBezTo>
                  <a:pt x="1574400" y="106193"/>
                  <a:pt x="1574405" y="106193"/>
                  <a:pt x="1574410" y="106193"/>
                </a:cubicBezTo>
                <a:cubicBezTo>
                  <a:pt x="1574426" y="106193"/>
                  <a:pt x="1574426" y="106193"/>
                  <a:pt x="1574441" y="106193"/>
                </a:cubicBezTo>
                <a:cubicBezTo>
                  <a:pt x="1757399" y="105915"/>
                  <a:pt x="1905738" y="253883"/>
                  <a:pt x="1905944" y="436839"/>
                </a:cubicBezTo>
                <a:cubicBezTo>
                  <a:pt x="1905991" y="481397"/>
                  <a:pt x="1897276" y="523916"/>
                  <a:pt x="1881382" y="562731"/>
                </a:cubicBezTo>
                <a:cubicBezTo>
                  <a:pt x="1881256" y="563030"/>
                  <a:pt x="1881103" y="563316"/>
                  <a:pt x="1880924" y="563586"/>
                </a:cubicBezTo>
                <a:cubicBezTo>
                  <a:pt x="1880648" y="564014"/>
                  <a:pt x="1880405" y="564475"/>
                  <a:pt x="1880207" y="564945"/>
                </a:cubicBezTo>
                <a:cubicBezTo>
                  <a:pt x="1873794" y="580250"/>
                  <a:pt x="1866305" y="594886"/>
                  <a:pt x="1857874" y="608787"/>
                </a:cubicBezTo>
                <a:cubicBezTo>
                  <a:pt x="1857331" y="609681"/>
                  <a:pt x="1857020" y="610044"/>
                  <a:pt x="1857080" y="609947"/>
                </a:cubicBezTo>
                <a:cubicBezTo>
                  <a:pt x="1848909" y="623288"/>
                  <a:pt x="1839887" y="635986"/>
                  <a:pt x="1830030" y="647912"/>
                </a:cubicBezTo>
                <a:cubicBezTo>
                  <a:pt x="1828339" y="649957"/>
                  <a:pt x="1826740" y="651340"/>
                  <a:pt x="1825725" y="652522"/>
                </a:cubicBezTo>
                <a:cubicBezTo>
                  <a:pt x="1816692" y="663031"/>
                  <a:pt x="1807204" y="673230"/>
                  <a:pt x="1796858" y="682579"/>
                </a:cubicBezTo>
                <a:cubicBezTo>
                  <a:pt x="1794939" y="684314"/>
                  <a:pt x="1793201" y="685435"/>
                  <a:pt x="1792065" y="686426"/>
                </a:cubicBezTo>
                <a:cubicBezTo>
                  <a:pt x="1781555" y="695573"/>
                  <a:pt x="1770616" y="704344"/>
                  <a:pt x="1758923" y="712163"/>
                </a:cubicBezTo>
                <a:cubicBezTo>
                  <a:pt x="1757600" y="713050"/>
                  <a:pt x="1756637" y="713488"/>
                  <a:pt x="1756237" y="713751"/>
                </a:cubicBezTo>
                <a:cubicBezTo>
                  <a:pt x="1743774" y="721917"/>
                  <a:pt x="1730830" y="729438"/>
                  <a:pt x="1717264" y="735901"/>
                </a:cubicBezTo>
                <a:cubicBezTo>
                  <a:pt x="1717259" y="735901"/>
                  <a:pt x="1717254" y="735901"/>
                  <a:pt x="1717249" y="735901"/>
                </a:cubicBezTo>
                <a:cubicBezTo>
                  <a:pt x="1716189" y="736405"/>
                  <a:pt x="1715675" y="736547"/>
                  <a:pt x="1715783" y="736496"/>
                </a:cubicBezTo>
                <a:lnTo>
                  <a:pt x="1715783" y="736480"/>
                </a:lnTo>
                <a:cubicBezTo>
                  <a:pt x="1672872" y="756673"/>
                  <a:pt x="1625335" y="767878"/>
                  <a:pt x="1575952" y="768034"/>
                </a:cubicBezTo>
                <a:cubicBezTo>
                  <a:pt x="1575861" y="768036"/>
                  <a:pt x="1575769" y="768036"/>
                  <a:pt x="1575677" y="768034"/>
                </a:cubicBezTo>
                <a:cubicBezTo>
                  <a:pt x="1575487" y="768026"/>
                  <a:pt x="1575303" y="768018"/>
                  <a:pt x="1575112" y="768018"/>
                </a:cubicBezTo>
                <a:cubicBezTo>
                  <a:pt x="1575082" y="768018"/>
                  <a:pt x="1575051" y="768018"/>
                  <a:pt x="1575021" y="768018"/>
                </a:cubicBezTo>
                <a:lnTo>
                  <a:pt x="437155" y="769239"/>
                </a:lnTo>
                <a:cubicBezTo>
                  <a:pt x="434247" y="769237"/>
                  <a:pt x="431891" y="766880"/>
                  <a:pt x="431888" y="763973"/>
                </a:cubicBezTo>
                <a:lnTo>
                  <a:pt x="431247" y="202486"/>
                </a:lnTo>
                <a:cubicBezTo>
                  <a:pt x="431247" y="202460"/>
                  <a:pt x="431247" y="202434"/>
                  <a:pt x="431247" y="202407"/>
                </a:cubicBezTo>
                <a:cubicBezTo>
                  <a:pt x="431249" y="202315"/>
                  <a:pt x="431249" y="202209"/>
                  <a:pt x="431247" y="202117"/>
                </a:cubicBezTo>
                <a:cubicBezTo>
                  <a:pt x="431247" y="202087"/>
                  <a:pt x="431247" y="202056"/>
                  <a:pt x="431247" y="202026"/>
                </a:cubicBezTo>
                <a:cubicBezTo>
                  <a:pt x="431247" y="202010"/>
                  <a:pt x="431247" y="202010"/>
                  <a:pt x="431247" y="201995"/>
                </a:cubicBezTo>
                <a:cubicBezTo>
                  <a:pt x="431247" y="201990"/>
                  <a:pt x="431247" y="201984"/>
                  <a:pt x="431247" y="201979"/>
                </a:cubicBezTo>
                <a:cubicBezTo>
                  <a:pt x="431247" y="201973"/>
                  <a:pt x="431247" y="201956"/>
                  <a:pt x="431247" y="201948"/>
                </a:cubicBezTo>
                <a:cubicBezTo>
                  <a:pt x="431224" y="179524"/>
                  <a:pt x="435681" y="157325"/>
                  <a:pt x="444345" y="136643"/>
                </a:cubicBezTo>
                <a:lnTo>
                  <a:pt x="444329" y="136643"/>
                </a:lnTo>
                <a:cubicBezTo>
                  <a:pt x="444446" y="136363"/>
                  <a:pt x="444548" y="136078"/>
                  <a:pt x="444635" y="135788"/>
                </a:cubicBezTo>
                <a:cubicBezTo>
                  <a:pt x="444695" y="135596"/>
                  <a:pt x="444766" y="135407"/>
                  <a:pt x="444848" y="135223"/>
                </a:cubicBezTo>
                <a:cubicBezTo>
                  <a:pt x="470532" y="75515"/>
                  <a:pt x="529728" y="33754"/>
                  <a:pt x="598845" y="33404"/>
                </a:cubicBezTo>
                <a:cubicBezTo>
                  <a:pt x="598937" y="33401"/>
                  <a:pt x="599029" y="33401"/>
                  <a:pt x="599120" y="33404"/>
                </a:cubicBezTo>
                <a:cubicBezTo>
                  <a:pt x="599220" y="33409"/>
                  <a:pt x="599326" y="33419"/>
                  <a:pt x="599426" y="33419"/>
                </a:cubicBezTo>
                <a:cubicBezTo>
                  <a:pt x="599504" y="33416"/>
                  <a:pt x="599579" y="33412"/>
                  <a:pt x="599655" y="33404"/>
                </a:cubicBezTo>
                <a:cubicBezTo>
                  <a:pt x="599726" y="33397"/>
                  <a:pt x="599797" y="33392"/>
                  <a:pt x="599869" y="33388"/>
                </a:cubicBezTo>
                <a:cubicBezTo>
                  <a:pt x="600066" y="33381"/>
                  <a:pt x="600267" y="33365"/>
                  <a:pt x="600464" y="33341"/>
                </a:cubicBezTo>
                <a:cubicBezTo>
                  <a:pt x="600652" y="33318"/>
                  <a:pt x="600843" y="33302"/>
                  <a:pt x="601029" y="33263"/>
                </a:cubicBezTo>
                <a:cubicBezTo>
                  <a:pt x="601055" y="33258"/>
                  <a:pt x="601081" y="33253"/>
                  <a:pt x="601107" y="33248"/>
                </a:cubicBezTo>
                <a:cubicBezTo>
                  <a:pt x="601241" y="33224"/>
                  <a:pt x="601372" y="33185"/>
                  <a:pt x="601504" y="33156"/>
                </a:cubicBezTo>
                <a:lnTo>
                  <a:pt x="601582" y="33140"/>
                </a:lnTo>
                <a:cubicBezTo>
                  <a:pt x="601811" y="33086"/>
                  <a:pt x="602047" y="33018"/>
                  <a:pt x="602270" y="32942"/>
                </a:cubicBezTo>
                <a:cubicBezTo>
                  <a:pt x="602300" y="32931"/>
                  <a:pt x="602330" y="32921"/>
                  <a:pt x="602361" y="32911"/>
                </a:cubicBezTo>
                <a:cubicBezTo>
                  <a:pt x="602442" y="32887"/>
                  <a:pt x="602526" y="32864"/>
                  <a:pt x="602605" y="32832"/>
                </a:cubicBezTo>
                <a:cubicBezTo>
                  <a:pt x="602789" y="32754"/>
                  <a:pt x="602960" y="32677"/>
                  <a:pt x="603140" y="32589"/>
                </a:cubicBezTo>
                <a:cubicBezTo>
                  <a:pt x="603210" y="32557"/>
                  <a:pt x="603281" y="32526"/>
                  <a:pt x="603353" y="32497"/>
                </a:cubicBezTo>
                <a:cubicBezTo>
                  <a:pt x="603494" y="32435"/>
                  <a:pt x="603627" y="32353"/>
                  <a:pt x="603765" y="32284"/>
                </a:cubicBezTo>
                <a:cubicBezTo>
                  <a:pt x="604039" y="32132"/>
                  <a:pt x="604303" y="31976"/>
                  <a:pt x="604558" y="31795"/>
                </a:cubicBezTo>
                <a:cubicBezTo>
                  <a:pt x="604589" y="31774"/>
                  <a:pt x="604619" y="31753"/>
                  <a:pt x="604650" y="31733"/>
                </a:cubicBezTo>
                <a:lnTo>
                  <a:pt x="604666" y="31717"/>
                </a:lnTo>
                <a:cubicBezTo>
                  <a:pt x="604859" y="31568"/>
                  <a:pt x="605049" y="31409"/>
                  <a:pt x="605231" y="31244"/>
                </a:cubicBezTo>
                <a:cubicBezTo>
                  <a:pt x="605271" y="31208"/>
                  <a:pt x="605311" y="31172"/>
                  <a:pt x="605353" y="31137"/>
                </a:cubicBezTo>
                <a:cubicBezTo>
                  <a:pt x="605431" y="31075"/>
                  <a:pt x="605509" y="31005"/>
                  <a:pt x="605581" y="30939"/>
                </a:cubicBezTo>
                <a:lnTo>
                  <a:pt x="605613" y="30907"/>
                </a:lnTo>
                <a:cubicBezTo>
                  <a:pt x="605824" y="30703"/>
                  <a:pt x="606018" y="30490"/>
                  <a:pt x="606208" y="30266"/>
                </a:cubicBezTo>
                <a:lnTo>
                  <a:pt x="606255" y="30220"/>
                </a:lnTo>
                <a:cubicBezTo>
                  <a:pt x="606421" y="30006"/>
                  <a:pt x="606569" y="29777"/>
                  <a:pt x="606713" y="29548"/>
                </a:cubicBezTo>
                <a:cubicBezTo>
                  <a:pt x="606762" y="29476"/>
                  <a:pt x="606813" y="29405"/>
                  <a:pt x="606866" y="29335"/>
                </a:cubicBezTo>
                <a:cubicBezTo>
                  <a:pt x="606897" y="29296"/>
                  <a:pt x="606913" y="29254"/>
                  <a:pt x="606944" y="29213"/>
                </a:cubicBezTo>
                <a:cubicBezTo>
                  <a:pt x="606959" y="29197"/>
                  <a:pt x="606975" y="29182"/>
                  <a:pt x="606991" y="29166"/>
                </a:cubicBezTo>
                <a:cubicBezTo>
                  <a:pt x="607069" y="29030"/>
                  <a:pt x="607136" y="28894"/>
                  <a:pt x="607204" y="28754"/>
                </a:cubicBezTo>
                <a:cubicBezTo>
                  <a:pt x="607214" y="28733"/>
                  <a:pt x="607225" y="28713"/>
                  <a:pt x="607235" y="28692"/>
                </a:cubicBezTo>
                <a:cubicBezTo>
                  <a:pt x="607235" y="28692"/>
                  <a:pt x="607235" y="28676"/>
                  <a:pt x="607235" y="28676"/>
                </a:cubicBezTo>
                <a:cubicBezTo>
                  <a:pt x="607270" y="28604"/>
                  <a:pt x="607305" y="28533"/>
                  <a:pt x="607342" y="28463"/>
                </a:cubicBezTo>
                <a:cubicBezTo>
                  <a:pt x="607397" y="28363"/>
                  <a:pt x="607459" y="28259"/>
                  <a:pt x="607511" y="28157"/>
                </a:cubicBezTo>
                <a:lnTo>
                  <a:pt x="607511" y="28142"/>
                </a:lnTo>
                <a:cubicBezTo>
                  <a:pt x="607518" y="28126"/>
                  <a:pt x="607534" y="28110"/>
                  <a:pt x="607542" y="28095"/>
                </a:cubicBezTo>
                <a:cubicBezTo>
                  <a:pt x="607645" y="27857"/>
                  <a:pt x="607736" y="27623"/>
                  <a:pt x="607817" y="27377"/>
                </a:cubicBezTo>
                <a:cubicBezTo>
                  <a:pt x="607822" y="27351"/>
                  <a:pt x="607827" y="27325"/>
                  <a:pt x="607833" y="27299"/>
                </a:cubicBezTo>
                <a:cubicBezTo>
                  <a:pt x="607929" y="27018"/>
                  <a:pt x="608009" y="26733"/>
                  <a:pt x="608076" y="26444"/>
                </a:cubicBezTo>
                <a:cubicBezTo>
                  <a:pt x="608081" y="26418"/>
                  <a:pt x="608087" y="26392"/>
                  <a:pt x="608092" y="26366"/>
                </a:cubicBezTo>
                <a:cubicBezTo>
                  <a:pt x="608131" y="26170"/>
                  <a:pt x="608172" y="25985"/>
                  <a:pt x="608199" y="25786"/>
                </a:cubicBezTo>
                <a:lnTo>
                  <a:pt x="608199" y="25770"/>
                </a:lnTo>
                <a:cubicBezTo>
                  <a:pt x="608215" y="25662"/>
                  <a:pt x="608223" y="25559"/>
                  <a:pt x="608231" y="25450"/>
                </a:cubicBezTo>
                <a:cubicBezTo>
                  <a:pt x="608231" y="25439"/>
                  <a:pt x="608231" y="25429"/>
                  <a:pt x="608231" y="25419"/>
                </a:cubicBezTo>
                <a:cubicBezTo>
                  <a:pt x="608254" y="25201"/>
                  <a:pt x="608269" y="24981"/>
                  <a:pt x="608277" y="24762"/>
                </a:cubicBezTo>
                <a:cubicBezTo>
                  <a:pt x="608276" y="24696"/>
                  <a:pt x="608276" y="24630"/>
                  <a:pt x="608277" y="24564"/>
                </a:cubicBezTo>
                <a:cubicBezTo>
                  <a:pt x="608281" y="24493"/>
                  <a:pt x="608293" y="24432"/>
                  <a:pt x="608293" y="24365"/>
                </a:cubicBezTo>
                <a:lnTo>
                  <a:pt x="608293" y="24014"/>
                </a:lnTo>
                <a:cubicBezTo>
                  <a:pt x="608293" y="24014"/>
                  <a:pt x="608293" y="23998"/>
                  <a:pt x="608293" y="23998"/>
                </a:cubicBezTo>
                <a:lnTo>
                  <a:pt x="608277" y="10015"/>
                </a:lnTo>
                <a:cubicBezTo>
                  <a:pt x="608270" y="9848"/>
                  <a:pt x="608262" y="9679"/>
                  <a:pt x="608246" y="9511"/>
                </a:cubicBezTo>
                <a:cubicBezTo>
                  <a:pt x="608230" y="9370"/>
                  <a:pt x="608219" y="9227"/>
                  <a:pt x="608215" y="9084"/>
                </a:cubicBezTo>
                <a:cubicBezTo>
                  <a:pt x="608212" y="8971"/>
                  <a:pt x="608207" y="8860"/>
                  <a:pt x="608199" y="8748"/>
                </a:cubicBezTo>
                <a:lnTo>
                  <a:pt x="608199" y="8701"/>
                </a:lnTo>
                <a:cubicBezTo>
                  <a:pt x="608160" y="8390"/>
                  <a:pt x="608103" y="8075"/>
                  <a:pt x="608031" y="7770"/>
                </a:cubicBezTo>
                <a:cubicBezTo>
                  <a:pt x="608026" y="7754"/>
                  <a:pt x="608021" y="7738"/>
                  <a:pt x="608015" y="7723"/>
                </a:cubicBezTo>
                <a:cubicBezTo>
                  <a:pt x="607953" y="7482"/>
                  <a:pt x="607885" y="7240"/>
                  <a:pt x="607802" y="7005"/>
                </a:cubicBezTo>
                <a:cubicBezTo>
                  <a:pt x="607781" y="6960"/>
                  <a:pt x="607760" y="6914"/>
                  <a:pt x="607740" y="6868"/>
                </a:cubicBezTo>
                <a:cubicBezTo>
                  <a:pt x="607716" y="6797"/>
                  <a:pt x="607701" y="6724"/>
                  <a:pt x="607677" y="6654"/>
                </a:cubicBezTo>
                <a:lnTo>
                  <a:pt x="607630" y="6563"/>
                </a:lnTo>
                <a:cubicBezTo>
                  <a:pt x="607576" y="6435"/>
                  <a:pt x="607525" y="6306"/>
                  <a:pt x="607462" y="6181"/>
                </a:cubicBezTo>
                <a:cubicBezTo>
                  <a:pt x="607435" y="6126"/>
                  <a:pt x="607409" y="6070"/>
                  <a:pt x="607384" y="6013"/>
                </a:cubicBezTo>
                <a:cubicBezTo>
                  <a:pt x="607314" y="5857"/>
                  <a:pt x="607235" y="5707"/>
                  <a:pt x="607155" y="5555"/>
                </a:cubicBezTo>
                <a:cubicBezTo>
                  <a:pt x="607077" y="5436"/>
                  <a:pt x="606992" y="5320"/>
                  <a:pt x="606911" y="5205"/>
                </a:cubicBezTo>
                <a:cubicBezTo>
                  <a:pt x="606841" y="5105"/>
                  <a:pt x="606775" y="5003"/>
                  <a:pt x="606713" y="4899"/>
                </a:cubicBezTo>
                <a:cubicBezTo>
                  <a:pt x="606642" y="4788"/>
                  <a:pt x="606587" y="4671"/>
                  <a:pt x="606514" y="4563"/>
                </a:cubicBezTo>
                <a:cubicBezTo>
                  <a:pt x="606416" y="4442"/>
                  <a:pt x="606313" y="4327"/>
                  <a:pt x="606208" y="4212"/>
                </a:cubicBezTo>
                <a:cubicBezTo>
                  <a:pt x="606151" y="4152"/>
                  <a:pt x="606095" y="4091"/>
                  <a:pt x="606040" y="4029"/>
                </a:cubicBezTo>
                <a:cubicBezTo>
                  <a:pt x="605959" y="3931"/>
                  <a:pt x="605882" y="3833"/>
                  <a:pt x="605797" y="3739"/>
                </a:cubicBezTo>
                <a:lnTo>
                  <a:pt x="605750" y="3692"/>
                </a:lnTo>
                <a:cubicBezTo>
                  <a:pt x="605529" y="3465"/>
                  <a:pt x="605292" y="3252"/>
                  <a:pt x="605047" y="3051"/>
                </a:cubicBezTo>
                <a:cubicBezTo>
                  <a:pt x="604830" y="2879"/>
                  <a:pt x="604608" y="2728"/>
                  <a:pt x="604376" y="2578"/>
                </a:cubicBezTo>
                <a:cubicBezTo>
                  <a:pt x="604340" y="2553"/>
                  <a:pt x="604304" y="2527"/>
                  <a:pt x="604268" y="2500"/>
                </a:cubicBezTo>
                <a:cubicBezTo>
                  <a:pt x="604214" y="2469"/>
                  <a:pt x="604168" y="2430"/>
                  <a:pt x="604116" y="2393"/>
                </a:cubicBezTo>
                <a:lnTo>
                  <a:pt x="604054" y="2362"/>
                </a:lnTo>
                <a:cubicBezTo>
                  <a:pt x="603859" y="2252"/>
                  <a:pt x="603660" y="2152"/>
                  <a:pt x="603458" y="2056"/>
                </a:cubicBezTo>
                <a:cubicBezTo>
                  <a:pt x="603344" y="2000"/>
                  <a:pt x="603232" y="1938"/>
                  <a:pt x="603122" y="1873"/>
                </a:cubicBezTo>
                <a:cubicBezTo>
                  <a:pt x="603106" y="1865"/>
                  <a:pt x="603091" y="1850"/>
                  <a:pt x="603075" y="1842"/>
                </a:cubicBezTo>
                <a:cubicBezTo>
                  <a:pt x="603044" y="1826"/>
                  <a:pt x="603013" y="1826"/>
                  <a:pt x="602984" y="1811"/>
                </a:cubicBezTo>
                <a:cubicBezTo>
                  <a:pt x="602945" y="1795"/>
                  <a:pt x="602913" y="1764"/>
                  <a:pt x="602876" y="1748"/>
                </a:cubicBezTo>
                <a:cubicBezTo>
                  <a:pt x="602744" y="1693"/>
                  <a:pt x="602615" y="1643"/>
                  <a:pt x="602480" y="1596"/>
                </a:cubicBezTo>
                <a:cubicBezTo>
                  <a:pt x="602474" y="1596"/>
                  <a:pt x="602469" y="1596"/>
                  <a:pt x="602464" y="1596"/>
                </a:cubicBezTo>
                <a:cubicBezTo>
                  <a:pt x="602353" y="1557"/>
                  <a:pt x="602240" y="1526"/>
                  <a:pt x="602128" y="1489"/>
                </a:cubicBezTo>
                <a:lnTo>
                  <a:pt x="602081" y="1473"/>
                </a:lnTo>
                <a:cubicBezTo>
                  <a:pt x="601910" y="1426"/>
                  <a:pt x="601735" y="1374"/>
                  <a:pt x="601562" y="1336"/>
                </a:cubicBezTo>
                <a:cubicBezTo>
                  <a:pt x="601541" y="1331"/>
                  <a:pt x="601520" y="1325"/>
                  <a:pt x="601499" y="1320"/>
                </a:cubicBezTo>
                <a:cubicBezTo>
                  <a:pt x="601327" y="1281"/>
                  <a:pt x="601155" y="1242"/>
                  <a:pt x="600980" y="1213"/>
                </a:cubicBezTo>
                <a:cubicBezTo>
                  <a:pt x="600970" y="1213"/>
                  <a:pt x="600960" y="1213"/>
                  <a:pt x="600949" y="1213"/>
                </a:cubicBezTo>
                <a:cubicBezTo>
                  <a:pt x="600808" y="1189"/>
                  <a:pt x="600664" y="1166"/>
                  <a:pt x="600521" y="1150"/>
                </a:cubicBezTo>
                <a:lnTo>
                  <a:pt x="600415" y="1135"/>
                </a:lnTo>
                <a:cubicBezTo>
                  <a:pt x="600300" y="1127"/>
                  <a:pt x="600194" y="1127"/>
                  <a:pt x="600079" y="1119"/>
                </a:cubicBezTo>
                <a:cubicBezTo>
                  <a:pt x="599941" y="1114"/>
                  <a:pt x="599804" y="1104"/>
                  <a:pt x="599667" y="1088"/>
                </a:cubicBezTo>
                <a:cubicBezTo>
                  <a:pt x="599521" y="1072"/>
                  <a:pt x="599385" y="1065"/>
                  <a:pt x="599239" y="1057"/>
                </a:cubicBezTo>
                <a:lnTo>
                  <a:pt x="8759" y="1683"/>
                </a:lnTo>
                <a:cubicBezTo>
                  <a:pt x="8441" y="1687"/>
                  <a:pt x="8128" y="1722"/>
                  <a:pt x="7812" y="1761"/>
                </a:cubicBezTo>
                <a:cubicBezTo>
                  <a:pt x="7802" y="1761"/>
                  <a:pt x="7792" y="1761"/>
                  <a:pt x="7781" y="1761"/>
                </a:cubicBezTo>
                <a:cubicBezTo>
                  <a:pt x="5629" y="2016"/>
                  <a:pt x="3581" y="3117"/>
                  <a:pt x="2179" y="4768"/>
                </a:cubicBezTo>
                <a:cubicBezTo>
                  <a:pt x="2139" y="4815"/>
                  <a:pt x="2098" y="4860"/>
                  <a:pt x="2057" y="4906"/>
                </a:cubicBezTo>
                <a:cubicBezTo>
                  <a:pt x="2052" y="4911"/>
                  <a:pt x="2049" y="4914"/>
                  <a:pt x="2041" y="4921"/>
                </a:cubicBezTo>
                <a:cubicBezTo>
                  <a:pt x="1747" y="5288"/>
                  <a:pt x="1478" y="5672"/>
                  <a:pt x="1247" y="6081"/>
                </a:cubicBezTo>
                <a:cubicBezTo>
                  <a:pt x="1193" y="6182"/>
                  <a:pt x="1131" y="6284"/>
                  <a:pt x="1079" y="6387"/>
                </a:cubicBezTo>
                <a:cubicBezTo>
                  <a:pt x="1045" y="6454"/>
                  <a:pt x="1009" y="6520"/>
                  <a:pt x="972" y="6586"/>
                </a:cubicBezTo>
                <a:cubicBezTo>
                  <a:pt x="891" y="6731"/>
                  <a:pt x="816" y="6878"/>
                  <a:pt x="743" y="7028"/>
                </a:cubicBezTo>
                <a:cubicBezTo>
                  <a:pt x="741" y="7032"/>
                  <a:pt x="745" y="7036"/>
                  <a:pt x="743" y="7043"/>
                </a:cubicBezTo>
                <a:cubicBezTo>
                  <a:pt x="733" y="7070"/>
                  <a:pt x="723" y="7096"/>
                  <a:pt x="712" y="7122"/>
                </a:cubicBezTo>
                <a:cubicBezTo>
                  <a:pt x="704" y="7145"/>
                  <a:pt x="689" y="7176"/>
                  <a:pt x="681" y="7200"/>
                </a:cubicBezTo>
                <a:cubicBezTo>
                  <a:pt x="666" y="7246"/>
                  <a:pt x="650" y="7292"/>
                  <a:pt x="634" y="7337"/>
                </a:cubicBezTo>
                <a:cubicBezTo>
                  <a:pt x="595" y="7451"/>
                  <a:pt x="564" y="7573"/>
                  <a:pt x="527" y="7688"/>
                </a:cubicBezTo>
                <a:cubicBezTo>
                  <a:pt x="507" y="7745"/>
                  <a:pt x="486" y="7801"/>
                  <a:pt x="464" y="7856"/>
                </a:cubicBezTo>
                <a:cubicBezTo>
                  <a:pt x="425" y="7973"/>
                  <a:pt x="394" y="8105"/>
                  <a:pt x="357" y="8223"/>
                </a:cubicBezTo>
                <a:cubicBezTo>
                  <a:pt x="342" y="8264"/>
                  <a:pt x="326" y="8305"/>
                  <a:pt x="310" y="8345"/>
                </a:cubicBezTo>
                <a:cubicBezTo>
                  <a:pt x="287" y="8441"/>
                  <a:pt x="263" y="8538"/>
                  <a:pt x="248" y="8635"/>
                </a:cubicBezTo>
                <a:cubicBezTo>
                  <a:pt x="238" y="8691"/>
                  <a:pt x="228" y="8747"/>
                  <a:pt x="216" y="8803"/>
                </a:cubicBezTo>
                <a:cubicBezTo>
                  <a:pt x="177" y="8976"/>
                  <a:pt x="136" y="9147"/>
                  <a:pt x="109" y="9322"/>
                </a:cubicBezTo>
                <a:cubicBezTo>
                  <a:pt x="99" y="9363"/>
                  <a:pt x="89" y="9403"/>
                  <a:pt x="78" y="9444"/>
                </a:cubicBezTo>
                <a:cubicBezTo>
                  <a:pt x="70" y="9573"/>
                  <a:pt x="70" y="9711"/>
                  <a:pt x="62" y="9841"/>
                </a:cubicBezTo>
                <a:cubicBezTo>
                  <a:pt x="59" y="9927"/>
                  <a:pt x="54" y="10014"/>
                  <a:pt x="47" y="10100"/>
                </a:cubicBezTo>
                <a:cubicBezTo>
                  <a:pt x="31" y="10239"/>
                  <a:pt x="23" y="10373"/>
                  <a:pt x="16" y="10512"/>
                </a:cubicBezTo>
                <a:cubicBezTo>
                  <a:pt x="16" y="10548"/>
                  <a:pt x="16" y="10584"/>
                  <a:pt x="16" y="10619"/>
                </a:cubicBezTo>
                <a:cubicBezTo>
                  <a:pt x="12" y="10682"/>
                  <a:pt x="0" y="10742"/>
                  <a:pt x="0" y="10802"/>
                </a:cubicBezTo>
                <a:lnTo>
                  <a:pt x="31" y="25197"/>
                </a:lnTo>
                <a:cubicBezTo>
                  <a:pt x="31" y="25213"/>
                  <a:pt x="31" y="25228"/>
                  <a:pt x="31" y="25244"/>
                </a:cubicBezTo>
                <a:cubicBezTo>
                  <a:pt x="31" y="25268"/>
                  <a:pt x="31" y="25283"/>
                  <a:pt x="31" y="25307"/>
                </a:cubicBezTo>
                <a:cubicBezTo>
                  <a:pt x="31" y="25317"/>
                  <a:pt x="31" y="25327"/>
                  <a:pt x="31" y="25338"/>
                </a:cubicBezTo>
                <a:lnTo>
                  <a:pt x="31" y="25369"/>
                </a:lnTo>
                <a:cubicBezTo>
                  <a:pt x="33" y="25705"/>
                  <a:pt x="70" y="26028"/>
                  <a:pt x="109" y="26361"/>
                </a:cubicBezTo>
                <a:cubicBezTo>
                  <a:pt x="125" y="26447"/>
                  <a:pt x="133" y="26536"/>
                  <a:pt x="156" y="26621"/>
                </a:cubicBezTo>
                <a:cubicBezTo>
                  <a:pt x="180" y="26727"/>
                  <a:pt x="201" y="26834"/>
                  <a:pt x="219" y="26941"/>
                </a:cubicBezTo>
                <a:cubicBezTo>
                  <a:pt x="250" y="27158"/>
                  <a:pt x="289" y="27384"/>
                  <a:pt x="341" y="27598"/>
                </a:cubicBezTo>
                <a:cubicBezTo>
                  <a:pt x="346" y="27621"/>
                  <a:pt x="349" y="27637"/>
                  <a:pt x="356" y="27660"/>
                </a:cubicBezTo>
                <a:cubicBezTo>
                  <a:pt x="360" y="27676"/>
                  <a:pt x="364" y="27692"/>
                  <a:pt x="372" y="27707"/>
                </a:cubicBezTo>
                <a:cubicBezTo>
                  <a:pt x="464" y="28033"/>
                  <a:pt x="579" y="28357"/>
                  <a:pt x="708" y="28669"/>
                </a:cubicBezTo>
                <a:cubicBezTo>
                  <a:pt x="1284" y="30059"/>
                  <a:pt x="2235" y="31290"/>
                  <a:pt x="3425" y="32210"/>
                </a:cubicBezTo>
                <a:cubicBezTo>
                  <a:pt x="3431" y="32215"/>
                  <a:pt x="3433" y="32218"/>
                  <a:pt x="3441" y="32226"/>
                </a:cubicBezTo>
                <a:cubicBezTo>
                  <a:pt x="3447" y="32230"/>
                  <a:pt x="3449" y="32234"/>
                  <a:pt x="3457" y="32242"/>
                </a:cubicBezTo>
                <a:cubicBezTo>
                  <a:pt x="3746" y="32458"/>
                  <a:pt x="4044" y="32659"/>
                  <a:pt x="4357" y="32837"/>
                </a:cubicBezTo>
                <a:cubicBezTo>
                  <a:pt x="4777" y="33074"/>
                  <a:pt x="5162" y="33366"/>
                  <a:pt x="5502" y="33707"/>
                </a:cubicBezTo>
                <a:lnTo>
                  <a:pt x="4403" y="32853"/>
                </a:lnTo>
                <a:cubicBezTo>
                  <a:pt x="4727" y="33039"/>
                  <a:pt x="5065" y="33214"/>
                  <a:pt x="5411" y="33357"/>
                </a:cubicBezTo>
                <a:cubicBezTo>
                  <a:pt x="5421" y="33362"/>
                  <a:pt x="5431" y="33367"/>
                  <a:pt x="5442" y="33373"/>
                </a:cubicBezTo>
                <a:cubicBezTo>
                  <a:pt x="5770" y="33502"/>
                  <a:pt x="6108" y="33619"/>
                  <a:pt x="6449" y="33708"/>
                </a:cubicBezTo>
                <a:cubicBezTo>
                  <a:pt x="6465" y="33714"/>
                  <a:pt x="6481" y="33719"/>
                  <a:pt x="6496" y="33724"/>
                </a:cubicBezTo>
                <a:cubicBezTo>
                  <a:pt x="7229" y="33920"/>
                  <a:pt x="7996" y="34030"/>
                  <a:pt x="8756" y="34030"/>
                </a:cubicBezTo>
                <a:cubicBezTo>
                  <a:pt x="8878" y="34029"/>
                  <a:pt x="9000" y="34022"/>
                  <a:pt x="9122" y="34014"/>
                </a:cubicBezTo>
                <a:cubicBezTo>
                  <a:pt x="9209" y="34012"/>
                  <a:pt x="9295" y="34012"/>
                  <a:pt x="9382" y="34014"/>
                </a:cubicBezTo>
                <a:cubicBezTo>
                  <a:pt x="102267" y="34260"/>
                  <a:pt x="177360" y="109426"/>
                  <a:pt x="177469" y="202390"/>
                </a:cubicBezTo>
                <a:lnTo>
                  <a:pt x="179316" y="1826981"/>
                </a:lnTo>
                <a:cubicBezTo>
                  <a:pt x="179339" y="1850541"/>
                  <a:pt x="174415" y="1872873"/>
                  <a:pt x="165760" y="1893202"/>
                </a:cubicBezTo>
                <a:cubicBezTo>
                  <a:pt x="165755" y="1893207"/>
                  <a:pt x="165750" y="1893212"/>
                  <a:pt x="165744" y="1893218"/>
                </a:cubicBezTo>
                <a:cubicBezTo>
                  <a:pt x="162617" y="1900533"/>
                  <a:pt x="159057" y="1907614"/>
                  <a:pt x="154982" y="1914344"/>
                </a:cubicBezTo>
                <a:cubicBezTo>
                  <a:pt x="154277" y="1915510"/>
                  <a:pt x="153769" y="1916093"/>
                  <a:pt x="153670" y="1916253"/>
                </a:cubicBezTo>
                <a:cubicBezTo>
                  <a:pt x="149726" y="1922567"/>
                  <a:pt x="145453" y="1928681"/>
                  <a:pt x="140694" y="1934434"/>
                </a:cubicBezTo>
                <a:cubicBezTo>
                  <a:pt x="139837" y="1935470"/>
                  <a:pt x="139189" y="1936061"/>
                  <a:pt x="138923" y="1936372"/>
                </a:cubicBezTo>
                <a:cubicBezTo>
                  <a:pt x="134208" y="1941893"/>
                  <a:pt x="129190" y="1947203"/>
                  <a:pt x="123749" y="1952111"/>
                </a:cubicBezTo>
                <a:cubicBezTo>
                  <a:pt x="122799" y="1952970"/>
                  <a:pt x="122148" y="1953398"/>
                  <a:pt x="121963" y="1953561"/>
                </a:cubicBezTo>
                <a:cubicBezTo>
                  <a:pt x="121963" y="1953567"/>
                  <a:pt x="121963" y="1953572"/>
                  <a:pt x="121963" y="1953577"/>
                </a:cubicBezTo>
                <a:cubicBezTo>
                  <a:pt x="116424" y="1958437"/>
                  <a:pt x="110597" y="1963061"/>
                  <a:pt x="104378" y="1967208"/>
                </a:cubicBezTo>
                <a:cubicBezTo>
                  <a:pt x="103680" y="1967675"/>
                  <a:pt x="103386" y="1967807"/>
                  <a:pt x="103553" y="1967697"/>
                </a:cubicBezTo>
                <a:cubicBezTo>
                  <a:pt x="97025" y="1971998"/>
                  <a:pt x="90194" y="1975918"/>
                  <a:pt x="83067" y="1979299"/>
                </a:cubicBezTo>
                <a:cubicBezTo>
                  <a:pt x="83046" y="1979309"/>
                  <a:pt x="83026" y="1979320"/>
                  <a:pt x="83005" y="1979330"/>
                </a:cubicBezTo>
                <a:cubicBezTo>
                  <a:pt x="82999" y="1979330"/>
                  <a:pt x="82994" y="1979330"/>
                  <a:pt x="82989" y="1979330"/>
                </a:cubicBezTo>
                <a:cubicBezTo>
                  <a:pt x="82913" y="1979358"/>
                  <a:pt x="82837" y="1979384"/>
                  <a:pt x="82760" y="1979408"/>
                </a:cubicBezTo>
                <a:cubicBezTo>
                  <a:pt x="82639" y="1979455"/>
                  <a:pt x="82585" y="1979463"/>
                  <a:pt x="82454" y="1979515"/>
                </a:cubicBezTo>
                <a:cubicBezTo>
                  <a:pt x="82347" y="1979562"/>
                  <a:pt x="82226" y="1979585"/>
                  <a:pt x="82118" y="1979637"/>
                </a:cubicBezTo>
                <a:cubicBezTo>
                  <a:pt x="82108" y="1979643"/>
                  <a:pt x="82097" y="1979648"/>
                  <a:pt x="82087" y="1979653"/>
                </a:cubicBezTo>
                <a:cubicBezTo>
                  <a:pt x="82056" y="1979668"/>
                  <a:pt x="82025" y="1979668"/>
                  <a:pt x="81996" y="1979684"/>
                </a:cubicBezTo>
                <a:cubicBezTo>
                  <a:pt x="60185" y="1989847"/>
                  <a:pt x="36072" y="1995503"/>
                  <a:pt x="11012" y="1995529"/>
                </a:cubicBezTo>
                <a:cubicBezTo>
                  <a:pt x="10708" y="1995535"/>
                  <a:pt x="10412" y="1995568"/>
                  <a:pt x="10111" y="1995608"/>
                </a:cubicBezTo>
                <a:cubicBezTo>
                  <a:pt x="10090" y="1995608"/>
                  <a:pt x="10069" y="1995608"/>
                  <a:pt x="10048" y="1995608"/>
                </a:cubicBezTo>
                <a:cubicBezTo>
                  <a:pt x="8208" y="1995816"/>
                  <a:pt x="6439" y="1996647"/>
                  <a:pt x="5087" y="1997913"/>
                </a:cubicBezTo>
                <a:cubicBezTo>
                  <a:pt x="4645" y="1998339"/>
                  <a:pt x="4239" y="1998807"/>
                  <a:pt x="3896" y="1999317"/>
                </a:cubicBezTo>
                <a:cubicBezTo>
                  <a:pt x="3838" y="1999405"/>
                  <a:pt x="3777" y="1999492"/>
                  <a:pt x="3714" y="1999577"/>
                </a:cubicBezTo>
                <a:cubicBezTo>
                  <a:pt x="3659" y="1999647"/>
                  <a:pt x="3611" y="1999720"/>
                  <a:pt x="3561" y="1999790"/>
                </a:cubicBezTo>
                <a:cubicBezTo>
                  <a:pt x="3417" y="2000031"/>
                  <a:pt x="3285" y="2000283"/>
                  <a:pt x="3164" y="2000538"/>
                </a:cubicBezTo>
                <a:cubicBezTo>
                  <a:pt x="3164" y="2000543"/>
                  <a:pt x="3164" y="2000548"/>
                  <a:pt x="3164" y="2000554"/>
                </a:cubicBezTo>
                <a:lnTo>
                  <a:pt x="3164" y="2000569"/>
                </a:lnTo>
                <a:cubicBezTo>
                  <a:pt x="3156" y="2000585"/>
                  <a:pt x="3141" y="2000600"/>
                  <a:pt x="3133" y="2000616"/>
                </a:cubicBezTo>
                <a:lnTo>
                  <a:pt x="3133" y="2000631"/>
                </a:lnTo>
                <a:cubicBezTo>
                  <a:pt x="3125" y="2000647"/>
                  <a:pt x="3109" y="2000663"/>
                  <a:pt x="3102" y="2000679"/>
                </a:cubicBezTo>
                <a:lnTo>
                  <a:pt x="3300" y="1999763"/>
                </a:lnTo>
                <a:lnTo>
                  <a:pt x="3468" y="1998831"/>
                </a:lnTo>
                <a:cubicBezTo>
                  <a:pt x="3461" y="1999513"/>
                  <a:pt x="3321" y="2000187"/>
                  <a:pt x="3056" y="2000816"/>
                </a:cubicBezTo>
                <a:cubicBezTo>
                  <a:pt x="3017" y="2000913"/>
                  <a:pt x="2973" y="2001022"/>
                  <a:pt x="2934" y="2001121"/>
                </a:cubicBezTo>
                <a:cubicBezTo>
                  <a:pt x="2919" y="2001162"/>
                  <a:pt x="2904" y="2001203"/>
                  <a:pt x="2888" y="2001243"/>
                </a:cubicBezTo>
                <a:cubicBezTo>
                  <a:pt x="2841" y="2001352"/>
                  <a:pt x="2792" y="2001454"/>
                  <a:pt x="2750" y="2001564"/>
                </a:cubicBezTo>
                <a:cubicBezTo>
                  <a:pt x="2748" y="2001568"/>
                  <a:pt x="2751" y="2001572"/>
                  <a:pt x="2750" y="2001579"/>
                </a:cubicBezTo>
                <a:cubicBezTo>
                  <a:pt x="2726" y="2001650"/>
                  <a:pt x="2711" y="2001722"/>
                  <a:pt x="2687" y="2001793"/>
                </a:cubicBezTo>
                <a:lnTo>
                  <a:pt x="2703" y="2001686"/>
                </a:lnTo>
                <a:lnTo>
                  <a:pt x="2703" y="2001655"/>
                </a:lnTo>
                <a:lnTo>
                  <a:pt x="2871" y="2000403"/>
                </a:lnTo>
                <a:cubicBezTo>
                  <a:pt x="2740" y="2001166"/>
                  <a:pt x="2443" y="2001890"/>
                  <a:pt x="2001" y="2002525"/>
                </a:cubicBezTo>
                <a:lnTo>
                  <a:pt x="2566" y="2002113"/>
                </a:lnTo>
                <a:cubicBezTo>
                  <a:pt x="2551" y="2002167"/>
                  <a:pt x="2535" y="2002238"/>
                  <a:pt x="2519" y="2002295"/>
                </a:cubicBezTo>
                <a:cubicBezTo>
                  <a:pt x="2472" y="2002477"/>
                  <a:pt x="2418" y="2002661"/>
                  <a:pt x="2382" y="2002845"/>
                </a:cubicBezTo>
                <a:cubicBezTo>
                  <a:pt x="2378" y="2002861"/>
                  <a:pt x="2385" y="2002884"/>
                  <a:pt x="2382" y="2002907"/>
                </a:cubicBezTo>
                <a:cubicBezTo>
                  <a:pt x="2380" y="2002915"/>
                  <a:pt x="2366" y="2002931"/>
                  <a:pt x="2366" y="2002939"/>
                </a:cubicBezTo>
                <a:cubicBezTo>
                  <a:pt x="2358" y="2002994"/>
                  <a:pt x="2358" y="2003054"/>
                  <a:pt x="2350" y="2003107"/>
                </a:cubicBezTo>
                <a:cubicBezTo>
                  <a:pt x="2337" y="2003188"/>
                  <a:pt x="2321" y="2003270"/>
                  <a:pt x="2304" y="2003350"/>
                </a:cubicBezTo>
                <a:cubicBezTo>
                  <a:pt x="2296" y="2003405"/>
                  <a:pt x="2298" y="2003462"/>
                  <a:pt x="2288" y="2003519"/>
                </a:cubicBezTo>
                <a:cubicBezTo>
                  <a:pt x="2280" y="2003656"/>
                  <a:pt x="2257" y="2003793"/>
                  <a:pt x="2257" y="2003931"/>
                </a:cubicBezTo>
                <a:cubicBezTo>
                  <a:pt x="2253" y="2004012"/>
                  <a:pt x="2248" y="2004093"/>
                  <a:pt x="2241" y="2004174"/>
                </a:cubicBezTo>
                <a:cubicBezTo>
                  <a:pt x="2237" y="2004229"/>
                  <a:pt x="2244" y="2004288"/>
                  <a:pt x="2241" y="2004342"/>
                </a:cubicBezTo>
                <a:cubicBezTo>
                  <a:pt x="2241" y="2004353"/>
                  <a:pt x="2241" y="2004363"/>
                  <a:pt x="2241" y="2004374"/>
                </a:cubicBezTo>
                <a:cubicBezTo>
                  <a:pt x="2237" y="2004444"/>
                  <a:pt x="2225" y="2004530"/>
                  <a:pt x="2225" y="2004603"/>
                </a:cubicBezTo>
                <a:lnTo>
                  <a:pt x="2241" y="2019196"/>
                </a:lnTo>
                <a:cubicBezTo>
                  <a:pt x="2242" y="2023745"/>
                  <a:pt x="6393" y="2027886"/>
                  <a:pt x="10942" y="2027882"/>
                </a:cubicBezTo>
                <a:lnTo>
                  <a:pt x="601545" y="2027256"/>
                </a:lnTo>
                <a:cubicBezTo>
                  <a:pt x="601728" y="2027249"/>
                  <a:pt x="601911" y="2027233"/>
                  <a:pt x="602094" y="2027209"/>
                </a:cubicBezTo>
                <a:cubicBezTo>
                  <a:pt x="602150" y="2027208"/>
                  <a:pt x="602206" y="2027208"/>
                  <a:pt x="602262" y="2027209"/>
                </a:cubicBezTo>
                <a:cubicBezTo>
                  <a:pt x="602277" y="2027208"/>
                  <a:pt x="602293" y="2027211"/>
                  <a:pt x="602309" y="2027209"/>
                </a:cubicBezTo>
                <a:cubicBezTo>
                  <a:pt x="602421" y="2027201"/>
                  <a:pt x="602533" y="2027178"/>
                  <a:pt x="602645" y="2027162"/>
                </a:cubicBezTo>
                <a:cubicBezTo>
                  <a:pt x="602691" y="2027162"/>
                  <a:pt x="602736" y="2027162"/>
                  <a:pt x="602782" y="2027162"/>
                </a:cubicBezTo>
                <a:cubicBezTo>
                  <a:pt x="602798" y="2027157"/>
                  <a:pt x="602814" y="2027152"/>
                  <a:pt x="602829" y="2027147"/>
                </a:cubicBezTo>
                <a:cubicBezTo>
                  <a:pt x="603033" y="2027116"/>
                  <a:pt x="603239" y="2027084"/>
                  <a:pt x="603440" y="2027040"/>
                </a:cubicBezTo>
                <a:cubicBezTo>
                  <a:pt x="603521" y="2027022"/>
                  <a:pt x="603602" y="2027006"/>
                  <a:pt x="603684" y="2026993"/>
                </a:cubicBezTo>
                <a:cubicBezTo>
                  <a:pt x="603707" y="2026989"/>
                  <a:pt x="603723" y="2026985"/>
                  <a:pt x="603746" y="2026977"/>
                </a:cubicBezTo>
                <a:cubicBezTo>
                  <a:pt x="604012" y="2026907"/>
                  <a:pt x="604282" y="2026830"/>
                  <a:pt x="604540" y="2026733"/>
                </a:cubicBezTo>
                <a:cubicBezTo>
                  <a:pt x="604641" y="2026700"/>
                  <a:pt x="604743" y="2026670"/>
                  <a:pt x="604845" y="2026642"/>
                </a:cubicBezTo>
                <a:lnTo>
                  <a:pt x="604877" y="2026626"/>
                </a:lnTo>
                <a:cubicBezTo>
                  <a:pt x="604881" y="2026625"/>
                  <a:pt x="604885" y="2026628"/>
                  <a:pt x="604892" y="2026626"/>
                </a:cubicBezTo>
                <a:cubicBezTo>
                  <a:pt x="605109" y="2026539"/>
                  <a:pt x="605325" y="2026440"/>
                  <a:pt x="605533" y="2026336"/>
                </a:cubicBezTo>
                <a:cubicBezTo>
                  <a:pt x="605554" y="2026326"/>
                  <a:pt x="605575" y="2026315"/>
                  <a:pt x="605596" y="2026305"/>
                </a:cubicBezTo>
                <a:cubicBezTo>
                  <a:pt x="605721" y="2026243"/>
                  <a:pt x="605841" y="2026189"/>
                  <a:pt x="605962" y="2026122"/>
                </a:cubicBezTo>
                <a:cubicBezTo>
                  <a:pt x="605973" y="2026117"/>
                  <a:pt x="605983" y="2026111"/>
                  <a:pt x="605994" y="2026106"/>
                </a:cubicBezTo>
                <a:cubicBezTo>
                  <a:pt x="606335" y="2025923"/>
                  <a:pt x="606657" y="2025708"/>
                  <a:pt x="606971" y="2025480"/>
                </a:cubicBezTo>
                <a:cubicBezTo>
                  <a:pt x="607168" y="2025324"/>
                  <a:pt x="607368" y="2025165"/>
                  <a:pt x="607550" y="2024992"/>
                </a:cubicBezTo>
                <a:cubicBezTo>
                  <a:pt x="607596" y="2024945"/>
                  <a:pt x="607641" y="2024899"/>
                  <a:pt x="607688" y="2024854"/>
                </a:cubicBezTo>
                <a:cubicBezTo>
                  <a:pt x="607719" y="2024831"/>
                  <a:pt x="607751" y="2024800"/>
                  <a:pt x="607780" y="2024776"/>
                </a:cubicBezTo>
                <a:cubicBezTo>
                  <a:pt x="607790" y="2024766"/>
                  <a:pt x="607800" y="2024755"/>
                  <a:pt x="607811" y="2024745"/>
                </a:cubicBezTo>
                <a:cubicBezTo>
                  <a:pt x="607982" y="2024572"/>
                  <a:pt x="608159" y="2024413"/>
                  <a:pt x="608315" y="2024226"/>
                </a:cubicBezTo>
                <a:cubicBezTo>
                  <a:pt x="608345" y="2024185"/>
                  <a:pt x="608375" y="2024145"/>
                  <a:pt x="608406" y="2024104"/>
                </a:cubicBezTo>
                <a:cubicBezTo>
                  <a:pt x="608461" y="2024042"/>
                  <a:pt x="608518" y="2023973"/>
                  <a:pt x="608574" y="2023906"/>
                </a:cubicBezTo>
                <a:cubicBezTo>
                  <a:pt x="608710" y="2023731"/>
                  <a:pt x="608849" y="2023556"/>
                  <a:pt x="608972" y="2023371"/>
                </a:cubicBezTo>
                <a:cubicBezTo>
                  <a:pt x="608987" y="2023345"/>
                  <a:pt x="609003" y="2023318"/>
                  <a:pt x="609019" y="2023293"/>
                </a:cubicBezTo>
                <a:cubicBezTo>
                  <a:pt x="609081" y="2023202"/>
                  <a:pt x="609143" y="2023111"/>
                  <a:pt x="609201" y="2023018"/>
                </a:cubicBezTo>
                <a:lnTo>
                  <a:pt x="609217" y="2022986"/>
                </a:lnTo>
                <a:cubicBezTo>
                  <a:pt x="609322" y="2022806"/>
                  <a:pt x="609415" y="2022624"/>
                  <a:pt x="609507" y="2022437"/>
                </a:cubicBezTo>
                <a:cubicBezTo>
                  <a:pt x="609536" y="2022380"/>
                  <a:pt x="609567" y="2022324"/>
                  <a:pt x="609598" y="2022269"/>
                </a:cubicBezTo>
                <a:cubicBezTo>
                  <a:pt x="609630" y="2022206"/>
                  <a:pt x="609676" y="2022147"/>
                  <a:pt x="609706" y="2022086"/>
                </a:cubicBezTo>
                <a:lnTo>
                  <a:pt x="609737" y="2022008"/>
                </a:lnTo>
                <a:cubicBezTo>
                  <a:pt x="609747" y="2021987"/>
                  <a:pt x="609758" y="2021966"/>
                  <a:pt x="609768" y="2021945"/>
                </a:cubicBezTo>
                <a:cubicBezTo>
                  <a:pt x="609783" y="2021899"/>
                  <a:pt x="609799" y="2021853"/>
                  <a:pt x="609815" y="2021808"/>
                </a:cubicBezTo>
                <a:cubicBezTo>
                  <a:pt x="609831" y="2021769"/>
                  <a:pt x="609846" y="2021737"/>
                  <a:pt x="609862" y="2021701"/>
                </a:cubicBezTo>
                <a:cubicBezTo>
                  <a:pt x="609869" y="2021677"/>
                  <a:pt x="609885" y="2021662"/>
                  <a:pt x="609893" y="2021638"/>
                </a:cubicBezTo>
                <a:cubicBezTo>
                  <a:pt x="609893" y="2021633"/>
                  <a:pt x="609893" y="2021628"/>
                  <a:pt x="609893" y="2021622"/>
                </a:cubicBezTo>
                <a:cubicBezTo>
                  <a:pt x="609908" y="2021587"/>
                  <a:pt x="609924" y="2021551"/>
                  <a:pt x="609940" y="2021516"/>
                </a:cubicBezTo>
                <a:cubicBezTo>
                  <a:pt x="610030" y="2021276"/>
                  <a:pt x="610101" y="2021030"/>
                  <a:pt x="610169" y="2020783"/>
                </a:cubicBezTo>
                <a:cubicBezTo>
                  <a:pt x="610184" y="2020727"/>
                  <a:pt x="610199" y="2020671"/>
                  <a:pt x="610216" y="2020615"/>
                </a:cubicBezTo>
                <a:cubicBezTo>
                  <a:pt x="610239" y="2020535"/>
                  <a:pt x="610271" y="2020452"/>
                  <a:pt x="610294" y="2020371"/>
                </a:cubicBezTo>
                <a:cubicBezTo>
                  <a:pt x="610349" y="2020124"/>
                  <a:pt x="610396" y="2019874"/>
                  <a:pt x="610432" y="2019623"/>
                </a:cubicBezTo>
                <a:cubicBezTo>
                  <a:pt x="610437" y="2019597"/>
                  <a:pt x="610442" y="2019571"/>
                  <a:pt x="610447" y="2019545"/>
                </a:cubicBezTo>
                <a:cubicBezTo>
                  <a:pt x="610453" y="2019506"/>
                  <a:pt x="610455" y="2019464"/>
                  <a:pt x="610463" y="2019423"/>
                </a:cubicBezTo>
                <a:cubicBezTo>
                  <a:pt x="610494" y="2019146"/>
                  <a:pt x="610517" y="2018863"/>
                  <a:pt x="610525" y="2018584"/>
                </a:cubicBezTo>
                <a:cubicBezTo>
                  <a:pt x="610524" y="2018517"/>
                  <a:pt x="610524" y="2018452"/>
                  <a:pt x="610525" y="2018385"/>
                </a:cubicBezTo>
                <a:cubicBezTo>
                  <a:pt x="610529" y="2018315"/>
                  <a:pt x="610541" y="2018241"/>
                  <a:pt x="610541" y="2018172"/>
                </a:cubicBezTo>
                <a:lnTo>
                  <a:pt x="610525" y="2003807"/>
                </a:lnTo>
                <a:cubicBezTo>
                  <a:pt x="610521" y="2003709"/>
                  <a:pt x="610518" y="2003615"/>
                  <a:pt x="610510" y="2003517"/>
                </a:cubicBezTo>
                <a:cubicBezTo>
                  <a:pt x="610501" y="2003415"/>
                  <a:pt x="610496" y="2003313"/>
                  <a:pt x="610494" y="2003211"/>
                </a:cubicBezTo>
                <a:cubicBezTo>
                  <a:pt x="610489" y="2002983"/>
                  <a:pt x="610471" y="2002753"/>
                  <a:pt x="610447" y="2002525"/>
                </a:cubicBezTo>
                <a:cubicBezTo>
                  <a:pt x="610444" y="2002509"/>
                  <a:pt x="610450" y="2002493"/>
                  <a:pt x="610447" y="2002477"/>
                </a:cubicBezTo>
                <a:cubicBezTo>
                  <a:pt x="610447" y="2002472"/>
                  <a:pt x="610447" y="2002467"/>
                  <a:pt x="610447" y="2002462"/>
                </a:cubicBezTo>
                <a:cubicBezTo>
                  <a:pt x="610444" y="2002431"/>
                  <a:pt x="610432" y="2002415"/>
                  <a:pt x="610432" y="2002384"/>
                </a:cubicBezTo>
                <a:cubicBezTo>
                  <a:pt x="610429" y="2002376"/>
                  <a:pt x="610416" y="2002361"/>
                  <a:pt x="610416" y="2002352"/>
                </a:cubicBezTo>
                <a:cubicBezTo>
                  <a:pt x="610398" y="2002271"/>
                  <a:pt x="610383" y="2002190"/>
                  <a:pt x="610369" y="2002109"/>
                </a:cubicBezTo>
                <a:cubicBezTo>
                  <a:pt x="610330" y="2001882"/>
                  <a:pt x="610285" y="2001660"/>
                  <a:pt x="610231" y="2001437"/>
                </a:cubicBezTo>
                <a:cubicBezTo>
                  <a:pt x="610192" y="2001285"/>
                  <a:pt x="610145" y="2001129"/>
                  <a:pt x="610094" y="2000980"/>
                </a:cubicBezTo>
                <a:cubicBezTo>
                  <a:pt x="610083" y="2000944"/>
                  <a:pt x="610073" y="2000908"/>
                  <a:pt x="610063" y="2000873"/>
                </a:cubicBezTo>
                <a:cubicBezTo>
                  <a:pt x="610016" y="2000726"/>
                  <a:pt x="609964" y="2000588"/>
                  <a:pt x="609910" y="2000445"/>
                </a:cubicBezTo>
                <a:lnTo>
                  <a:pt x="609895" y="2000413"/>
                </a:lnTo>
                <a:cubicBezTo>
                  <a:pt x="609814" y="2000218"/>
                  <a:pt x="609730" y="2000022"/>
                  <a:pt x="609635" y="1999834"/>
                </a:cubicBezTo>
                <a:cubicBezTo>
                  <a:pt x="609614" y="1999798"/>
                  <a:pt x="609593" y="1999763"/>
                  <a:pt x="609573" y="1999727"/>
                </a:cubicBezTo>
                <a:cubicBezTo>
                  <a:pt x="609534" y="1999635"/>
                  <a:pt x="609494" y="1999541"/>
                  <a:pt x="609451" y="1999452"/>
                </a:cubicBezTo>
                <a:lnTo>
                  <a:pt x="609404" y="1999373"/>
                </a:lnTo>
                <a:cubicBezTo>
                  <a:pt x="609304" y="1999199"/>
                  <a:pt x="609195" y="1999021"/>
                  <a:pt x="609083" y="1998854"/>
                </a:cubicBezTo>
                <a:cubicBezTo>
                  <a:pt x="609057" y="1998819"/>
                  <a:pt x="609031" y="1998783"/>
                  <a:pt x="609005" y="1998747"/>
                </a:cubicBezTo>
                <a:cubicBezTo>
                  <a:pt x="608935" y="1998632"/>
                  <a:pt x="608855" y="1998508"/>
                  <a:pt x="608776" y="1998396"/>
                </a:cubicBezTo>
                <a:cubicBezTo>
                  <a:pt x="608766" y="1998381"/>
                  <a:pt x="608755" y="1998365"/>
                  <a:pt x="608745" y="1998350"/>
                </a:cubicBezTo>
                <a:cubicBezTo>
                  <a:pt x="608693" y="1998290"/>
                  <a:pt x="608642" y="1998229"/>
                  <a:pt x="608592" y="1998167"/>
                </a:cubicBezTo>
                <a:cubicBezTo>
                  <a:pt x="608448" y="1997983"/>
                  <a:pt x="608294" y="1997803"/>
                  <a:pt x="608134" y="1997632"/>
                </a:cubicBezTo>
                <a:lnTo>
                  <a:pt x="608638" y="1998105"/>
                </a:lnTo>
                <a:cubicBezTo>
                  <a:pt x="608412" y="1997914"/>
                  <a:pt x="608202" y="1997705"/>
                  <a:pt x="608012" y="1997479"/>
                </a:cubicBezTo>
                <a:cubicBezTo>
                  <a:pt x="607949" y="1997424"/>
                  <a:pt x="607890" y="1997367"/>
                  <a:pt x="607829" y="1997311"/>
                </a:cubicBezTo>
                <a:cubicBezTo>
                  <a:pt x="607687" y="1997181"/>
                  <a:pt x="607551" y="1997050"/>
                  <a:pt x="607401" y="1996929"/>
                </a:cubicBezTo>
                <a:cubicBezTo>
                  <a:pt x="607365" y="1996908"/>
                  <a:pt x="607330" y="1996887"/>
                  <a:pt x="607294" y="1996867"/>
                </a:cubicBezTo>
                <a:cubicBezTo>
                  <a:pt x="607007" y="1996633"/>
                  <a:pt x="606708" y="1996420"/>
                  <a:pt x="606393" y="1996226"/>
                </a:cubicBezTo>
                <a:cubicBezTo>
                  <a:pt x="606367" y="1996211"/>
                  <a:pt x="606341" y="1996195"/>
                  <a:pt x="606315" y="1996179"/>
                </a:cubicBezTo>
                <a:cubicBezTo>
                  <a:pt x="604963" y="1995345"/>
                  <a:pt x="603370" y="1994887"/>
                  <a:pt x="601782" y="1994882"/>
                </a:cubicBezTo>
                <a:lnTo>
                  <a:pt x="601766" y="1994882"/>
                </a:lnTo>
                <a:cubicBezTo>
                  <a:pt x="508608" y="1994975"/>
                  <a:pt x="433172" y="1919704"/>
                  <a:pt x="433038" y="1826551"/>
                </a:cubicBezTo>
                <a:lnTo>
                  <a:pt x="433038" y="1826504"/>
                </a:lnTo>
                <a:cubicBezTo>
                  <a:pt x="433038" y="1826498"/>
                  <a:pt x="433038" y="1826481"/>
                  <a:pt x="433038" y="1826473"/>
                </a:cubicBezTo>
                <a:lnTo>
                  <a:pt x="431939" y="851099"/>
                </a:lnTo>
                <a:cubicBezTo>
                  <a:pt x="431941" y="848191"/>
                  <a:pt x="434297" y="845835"/>
                  <a:pt x="437205" y="845832"/>
                </a:cubicBezTo>
                <a:lnTo>
                  <a:pt x="1574460" y="844596"/>
                </a:lnTo>
                <a:cubicBezTo>
                  <a:pt x="1574460" y="844596"/>
                  <a:pt x="1574476" y="844596"/>
                  <a:pt x="1574476" y="844596"/>
                </a:cubicBezTo>
                <a:cubicBezTo>
                  <a:pt x="1574578" y="844593"/>
                  <a:pt x="1574680" y="844593"/>
                  <a:pt x="1574782" y="844596"/>
                </a:cubicBezTo>
                <a:cubicBezTo>
                  <a:pt x="1574844" y="844599"/>
                  <a:pt x="1574901" y="844611"/>
                  <a:pt x="1574965" y="844611"/>
                </a:cubicBezTo>
                <a:lnTo>
                  <a:pt x="1616044" y="845802"/>
                </a:lnTo>
                <a:cubicBezTo>
                  <a:pt x="1616151" y="845804"/>
                  <a:pt x="1616258" y="845809"/>
                  <a:pt x="1616364" y="845818"/>
                </a:cubicBezTo>
                <a:lnTo>
                  <a:pt x="1656894" y="849466"/>
                </a:lnTo>
                <a:cubicBezTo>
                  <a:pt x="1657001" y="849478"/>
                  <a:pt x="1657108" y="849494"/>
                  <a:pt x="1657214" y="849513"/>
                </a:cubicBezTo>
                <a:lnTo>
                  <a:pt x="1697515" y="855604"/>
                </a:lnTo>
                <a:cubicBezTo>
                  <a:pt x="1697617" y="855616"/>
                  <a:pt x="1697719" y="855632"/>
                  <a:pt x="1697820" y="855651"/>
                </a:cubicBezTo>
                <a:lnTo>
                  <a:pt x="1737755" y="864169"/>
                </a:lnTo>
                <a:cubicBezTo>
                  <a:pt x="1737857" y="864192"/>
                  <a:pt x="1737959" y="864218"/>
                  <a:pt x="1738060" y="864247"/>
                </a:cubicBezTo>
                <a:lnTo>
                  <a:pt x="1777506" y="875177"/>
                </a:lnTo>
                <a:cubicBezTo>
                  <a:pt x="1777609" y="875204"/>
                  <a:pt x="1777711" y="875235"/>
                  <a:pt x="1777812" y="875268"/>
                </a:cubicBezTo>
                <a:lnTo>
                  <a:pt x="1816662" y="888564"/>
                </a:lnTo>
                <a:cubicBezTo>
                  <a:pt x="1816760" y="888597"/>
                  <a:pt x="1816857" y="888633"/>
                  <a:pt x="1816952" y="888671"/>
                </a:cubicBezTo>
                <a:lnTo>
                  <a:pt x="1855085" y="904288"/>
                </a:lnTo>
                <a:cubicBezTo>
                  <a:pt x="1855183" y="904331"/>
                  <a:pt x="1855279" y="904376"/>
                  <a:pt x="1855375" y="904425"/>
                </a:cubicBezTo>
                <a:lnTo>
                  <a:pt x="1892668" y="922346"/>
                </a:lnTo>
                <a:cubicBezTo>
                  <a:pt x="1892756" y="922390"/>
                  <a:pt x="1892843" y="922436"/>
                  <a:pt x="1892928" y="922484"/>
                </a:cubicBezTo>
                <a:lnTo>
                  <a:pt x="1929290" y="942635"/>
                </a:lnTo>
                <a:cubicBezTo>
                  <a:pt x="1929383" y="942683"/>
                  <a:pt x="1929475" y="942733"/>
                  <a:pt x="1929565" y="942787"/>
                </a:cubicBezTo>
                <a:lnTo>
                  <a:pt x="1964858" y="965105"/>
                </a:lnTo>
                <a:cubicBezTo>
                  <a:pt x="1964941" y="965158"/>
                  <a:pt x="1965023" y="965214"/>
                  <a:pt x="1965102" y="965272"/>
                </a:cubicBezTo>
                <a:lnTo>
                  <a:pt x="1999236" y="989697"/>
                </a:lnTo>
                <a:cubicBezTo>
                  <a:pt x="1999319" y="989756"/>
                  <a:pt x="1999400" y="989817"/>
                  <a:pt x="1999479" y="989880"/>
                </a:cubicBezTo>
                <a:lnTo>
                  <a:pt x="2032346" y="1016350"/>
                </a:lnTo>
                <a:cubicBezTo>
                  <a:pt x="2032419" y="1016414"/>
                  <a:pt x="2032490" y="1016480"/>
                  <a:pt x="2032559" y="1016548"/>
                </a:cubicBezTo>
                <a:lnTo>
                  <a:pt x="2064052" y="1044957"/>
                </a:lnTo>
                <a:cubicBezTo>
                  <a:pt x="2064125" y="1045022"/>
                  <a:pt x="2064196" y="1045087"/>
                  <a:pt x="2064266" y="1045156"/>
                </a:cubicBezTo>
                <a:lnTo>
                  <a:pt x="2094293" y="1075457"/>
                </a:lnTo>
                <a:cubicBezTo>
                  <a:pt x="2094361" y="1075526"/>
                  <a:pt x="2094427" y="1075597"/>
                  <a:pt x="2094491" y="1075670"/>
                </a:cubicBezTo>
                <a:lnTo>
                  <a:pt x="2122977" y="1107727"/>
                </a:lnTo>
                <a:cubicBezTo>
                  <a:pt x="2123040" y="1107797"/>
                  <a:pt x="2123101" y="1107869"/>
                  <a:pt x="2123159" y="1107942"/>
                </a:cubicBezTo>
                <a:lnTo>
                  <a:pt x="2149981" y="1141693"/>
                </a:lnTo>
                <a:cubicBezTo>
                  <a:pt x="2150039" y="1141768"/>
                  <a:pt x="2150095" y="1141844"/>
                  <a:pt x="2150149" y="1141922"/>
                </a:cubicBezTo>
                <a:lnTo>
                  <a:pt x="2175260" y="1177261"/>
                </a:lnTo>
                <a:cubicBezTo>
                  <a:pt x="2175318" y="1177336"/>
                  <a:pt x="2175374" y="1177412"/>
                  <a:pt x="2175428" y="1177490"/>
                </a:cubicBezTo>
                <a:lnTo>
                  <a:pt x="2198724" y="1214280"/>
                </a:lnTo>
                <a:cubicBezTo>
                  <a:pt x="2198772" y="1214360"/>
                  <a:pt x="2198818" y="1214441"/>
                  <a:pt x="2198861" y="1214524"/>
                </a:cubicBezTo>
                <a:lnTo>
                  <a:pt x="2220278" y="1252702"/>
                </a:lnTo>
                <a:cubicBezTo>
                  <a:pt x="2220321" y="1252782"/>
                  <a:pt x="2220362" y="1252864"/>
                  <a:pt x="2220400" y="1252946"/>
                </a:cubicBezTo>
                <a:lnTo>
                  <a:pt x="2239894" y="1292346"/>
                </a:lnTo>
                <a:cubicBezTo>
                  <a:pt x="2239937" y="1292426"/>
                  <a:pt x="2239978" y="1292507"/>
                  <a:pt x="2240016" y="1292589"/>
                </a:cubicBezTo>
                <a:lnTo>
                  <a:pt x="2257480" y="1333134"/>
                </a:lnTo>
                <a:cubicBezTo>
                  <a:pt x="2257518" y="1333219"/>
                  <a:pt x="2257553" y="1333306"/>
                  <a:pt x="2257586" y="1333394"/>
                </a:cubicBezTo>
                <a:lnTo>
                  <a:pt x="2273005" y="1374930"/>
                </a:lnTo>
                <a:cubicBezTo>
                  <a:pt x="2273033" y="1375011"/>
                  <a:pt x="2273059" y="1375092"/>
                  <a:pt x="2273083" y="1375174"/>
                </a:cubicBezTo>
                <a:lnTo>
                  <a:pt x="2286410" y="1417581"/>
                </a:lnTo>
                <a:cubicBezTo>
                  <a:pt x="2286438" y="1417672"/>
                  <a:pt x="2286464" y="1417764"/>
                  <a:pt x="2286488" y="1417856"/>
                </a:cubicBezTo>
                <a:lnTo>
                  <a:pt x="2297647" y="1461026"/>
                </a:lnTo>
                <a:cubicBezTo>
                  <a:pt x="2297669" y="1461112"/>
                  <a:pt x="2297690" y="1461199"/>
                  <a:pt x="2297709" y="1461286"/>
                </a:cubicBezTo>
                <a:lnTo>
                  <a:pt x="2306700" y="1505051"/>
                </a:lnTo>
                <a:cubicBezTo>
                  <a:pt x="2306718" y="1505137"/>
                  <a:pt x="2306734" y="1505224"/>
                  <a:pt x="2306747" y="1505311"/>
                </a:cubicBezTo>
                <a:lnTo>
                  <a:pt x="2313525" y="1549565"/>
                </a:lnTo>
                <a:cubicBezTo>
                  <a:pt x="2313543" y="1549651"/>
                  <a:pt x="2313559" y="1549738"/>
                  <a:pt x="2313572" y="1549825"/>
                </a:cubicBezTo>
                <a:lnTo>
                  <a:pt x="2318121" y="1594430"/>
                </a:lnTo>
                <a:cubicBezTo>
                  <a:pt x="2318128" y="1594516"/>
                  <a:pt x="2318134" y="1594602"/>
                  <a:pt x="2318137" y="1594689"/>
                </a:cubicBezTo>
                <a:lnTo>
                  <a:pt x="2320427" y="1639493"/>
                </a:lnTo>
                <a:cubicBezTo>
                  <a:pt x="2320429" y="1639579"/>
                  <a:pt x="2320429" y="1639666"/>
                  <a:pt x="2320427" y="1639752"/>
                </a:cubicBezTo>
                <a:lnTo>
                  <a:pt x="2320518" y="1684632"/>
                </a:lnTo>
                <a:cubicBezTo>
                  <a:pt x="2320521" y="1684724"/>
                  <a:pt x="2320521" y="1684816"/>
                  <a:pt x="2320518" y="1684907"/>
                </a:cubicBezTo>
                <a:lnTo>
                  <a:pt x="2318320" y="1729710"/>
                </a:lnTo>
                <a:cubicBezTo>
                  <a:pt x="2318317" y="1729797"/>
                  <a:pt x="2318312" y="1729884"/>
                  <a:pt x="2318304" y="1729970"/>
                </a:cubicBezTo>
                <a:lnTo>
                  <a:pt x="2313862" y="1774575"/>
                </a:lnTo>
                <a:cubicBezTo>
                  <a:pt x="2313849" y="1774667"/>
                  <a:pt x="2313834" y="1774759"/>
                  <a:pt x="2313815" y="1774850"/>
                </a:cubicBezTo>
                <a:lnTo>
                  <a:pt x="2307129" y="1819120"/>
                </a:lnTo>
                <a:cubicBezTo>
                  <a:pt x="2307115" y="1819206"/>
                  <a:pt x="2307100" y="1819293"/>
                  <a:pt x="2307082" y="1819379"/>
                </a:cubicBezTo>
                <a:lnTo>
                  <a:pt x="2298198" y="1863175"/>
                </a:lnTo>
                <a:cubicBezTo>
                  <a:pt x="2298179" y="1863262"/>
                  <a:pt x="2298158" y="1863349"/>
                  <a:pt x="2298135" y="1863435"/>
                </a:cubicBezTo>
                <a:lnTo>
                  <a:pt x="2287068" y="1906620"/>
                </a:lnTo>
                <a:cubicBezTo>
                  <a:pt x="2287049" y="1906707"/>
                  <a:pt x="2287028" y="1906794"/>
                  <a:pt x="2287005" y="1906880"/>
                </a:cubicBezTo>
                <a:lnTo>
                  <a:pt x="2273785" y="1949317"/>
                </a:lnTo>
                <a:cubicBezTo>
                  <a:pt x="2273757" y="1949399"/>
                  <a:pt x="2273726" y="1949480"/>
                  <a:pt x="2273694" y="1949561"/>
                </a:cubicBezTo>
                <a:lnTo>
                  <a:pt x="2258367" y="1991143"/>
                </a:lnTo>
                <a:cubicBezTo>
                  <a:pt x="2258334" y="1991231"/>
                  <a:pt x="2258298" y="1991318"/>
                  <a:pt x="2258260" y="1991403"/>
                </a:cubicBezTo>
                <a:lnTo>
                  <a:pt x="2249376" y="2012148"/>
                </a:lnTo>
                <a:cubicBezTo>
                  <a:pt x="2240902" y="2033367"/>
                  <a:pt x="2230663" y="2053270"/>
                  <a:pt x="2220601" y="2073072"/>
                </a:cubicBezTo>
                <a:cubicBezTo>
                  <a:pt x="2220566" y="2073134"/>
                  <a:pt x="2220531" y="2073195"/>
                  <a:pt x="2220494" y="2073255"/>
                </a:cubicBezTo>
                <a:lnTo>
                  <a:pt x="2199900" y="2110121"/>
                </a:lnTo>
                <a:cubicBezTo>
                  <a:pt x="2199857" y="2110203"/>
                  <a:pt x="2199811" y="2110284"/>
                  <a:pt x="2199763" y="2110364"/>
                </a:cubicBezTo>
                <a:lnTo>
                  <a:pt x="2176544" y="2147215"/>
                </a:lnTo>
                <a:cubicBezTo>
                  <a:pt x="2176496" y="2147293"/>
                  <a:pt x="2176445" y="2147369"/>
                  <a:pt x="2176392" y="2147444"/>
                </a:cubicBezTo>
                <a:lnTo>
                  <a:pt x="2151372" y="2182829"/>
                </a:lnTo>
                <a:cubicBezTo>
                  <a:pt x="2151318" y="2182906"/>
                  <a:pt x="2151262" y="2182983"/>
                  <a:pt x="2151204" y="2183058"/>
                </a:cubicBezTo>
                <a:lnTo>
                  <a:pt x="2124459" y="2216871"/>
                </a:lnTo>
                <a:cubicBezTo>
                  <a:pt x="2124400" y="2216949"/>
                  <a:pt x="2124339" y="2217025"/>
                  <a:pt x="2124276" y="2217100"/>
                </a:cubicBezTo>
                <a:lnTo>
                  <a:pt x="2095867" y="2249232"/>
                </a:lnTo>
                <a:cubicBezTo>
                  <a:pt x="2095803" y="2249305"/>
                  <a:pt x="2095737" y="2249377"/>
                  <a:pt x="2095669" y="2249446"/>
                </a:cubicBezTo>
                <a:lnTo>
                  <a:pt x="2065703" y="2279794"/>
                </a:lnTo>
                <a:cubicBezTo>
                  <a:pt x="2065634" y="2279862"/>
                  <a:pt x="2065562" y="2279928"/>
                  <a:pt x="2065489" y="2279992"/>
                </a:cubicBezTo>
                <a:lnTo>
                  <a:pt x="2062452" y="2282740"/>
                </a:lnTo>
                <a:cubicBezTo>
                  <a:pt x="2038168" y="2305161"/>
                  <a:pt x="2013137" y="2326963"/>
                  <a:pt x="1985926" y="2346075"/>
                </a:cubicBezTo>
                <a:cubicBezTo>
                  <a:pt x="1985861" y="2346113"/>
                  <a:pt x="1985795" y="2346148"/>
                  <a:pt x="1985728" y="2346182"/>
                </a:cubicBezTo>
                <a:cubicBezTo>
                  <a:pt x="1868358" y="2428574"/>
                  <a:pt x="1727242" y="2477157"/>
                  <a:pt x="1577623" y="2481204"/>
                </a:cubicBezTo>
                <a:cubicBezTo>
                  <a:pt x="1577532" y="2481206"/>
                  <a:pt x="1577440" y="2481206"/>
                  <a:pt x="1577349" y="2481204"/>
                </a:cubicBezTo>
                <a:cubicBezTo>
                  <a:pt x="1577190" y="2481199"/>
                  <a:pt x="1577019" y="2481199"/>
                  <a:pt x="1576860" y="2481204"/>
                </a:cubicBezTo>
                <a:cubicBezTo>
                  <a:pt x="1576779" y="2481205"/>
                  <a:pt x="1576698" y="2481205"/>
                  <a:pt x="1576616" y="2481204"/>
                </a:cubicBezTo>
                <a:lnTo>
                  <a:pt x="1533553" y="2480333"/>
                </a:lnTo>
                <a:cubicBezTo>
                  <a:pt x="1533477" y="2480335"/>
                  <a:pt x="1533400" y="2480335"/>
                  <a:pt x="1533324" y="2480333"/>
                </a:cubicBezTo>
                <a:lnTo>
                  <a:pt x="1489970" y="2477616"/>
                </a:lnTo>
                <a:cubicBezTo>
                  <a:pt x="1489899" y="2477607"/>
                  <a:pt x="1489828" y="2477597"/>
                  <a:pt x="1489757" y="2477585"/>
                </a:cubicBezTo>
                <a:lnTo>
                  <a:pt x="1446708" y="2473036"/>
                </a:lnTo>
                <a:cubicBezTo>
                  <a:pt x="1446632" y="2473028"/>
                  <a:pt x="1446555" y="2473017"/>
                  <a:pt x="1446479" y="2473005"/>
                </a:cubicBezTo>
                <a:lnTo>
                  <a:pt x="1403874" y="2466639"/>
                </a:lnTo>
                <a:cubicBezTo>
                  <a:pt x="1403797" y="2466630"/>
                  <a:pt x="1403721" y="2466620"/>
                  <a:pt x="1403645" y="2466608"/>
                </a:cubicBezTo>
                <a:lnTo>
                  <a:pt x="1361634" y="2458456"/>
                </a:lnTo>
                <a:cubicBezTo>
                  <a:pt x="1361558" y="2458443"/>
                  <a:pt x="1361481" y="2458427"/>
                  <a:pt x="1361405" y="2458410"/>
                </a:cubicBezTo>
                <a:lnTo>
                  <a:pt x="1320112" y="2448487"/>
                </a:lnTo>
                <a:cubicBezTo>
                  <a:pt x="1320036" y="2448468"/>
                  <a:pt x="1319959" y="2448447"/>
                  <a:pt x="1319883" y="2448425"/>
                </a:cubicBezTo>
                <a:lnTo>
                  <a:pt x="1279491" y="2436777"/>
                </a:lnTo>
                <a:cubicBezTo>
                  <a:pt x="1279414" y="2436753"/>
                  <a:pt x="1279338" y="2436727"/>
                  <a:pt x="1279262" y="2436699"/>
                </a:cubicBezTo>
                <a:lnTo>
                  <a:pt x="1239862" y="2423372"/>
                </a:lnTo>
                <a:cubicBezTo>
                  <a:pt x="1239785" y="2423344"/>
                  <a:pt x="1239709" y="2423313"/>
                  <a:pt x="1239633" y="2423281"/>
                </a:cubicBezTo>
                <a:lnTo>
                  <a:pt x="1201410" y="2408363"/>
                </a:lnTo>
                <a:cubicBezTo>
                  <a:pt x="1201333" y="2408334"/>
                  <a:pt x="1201256" y="2408304"/>
                  <a:pt x="1201181" y="2408271"/>
                </a:cubicBezTo>
                <a:lnTo>
                  <a:pt x="1164223" y="2391709"/>
                </a:lnTo>
                <a:cubicBezTo>
                  <a:pt x="1164146" y="2391675"/>
                  <a:pt x="1164070" y="2391639"/>
                  <a:pt x="1163994" y="2391602"/>
                </a:cubicBezTo>
                <a:lnTo>
                  <a:pt x="1128441" y="2373528"/>
                </a:lnTo>
                <a:cubicBezTo>
                  <a:pt x="1128359" y="2373484"/>
                  <a:pt x="1128277" y="2373438"/>
                  <a:pt x="1128197" y="2373390"/>
                </a:cubicBezTo>
                <a:lnTo>
                  <a:pt x="1094186" y="2353850"/>
                </a:lnTo>
                <a:cubicBezTo>
                  <a:pt x="1094104" y="2353806"/>
                  <a:pt x="1094022" y="2353760"/>
                  <a:pt x="1093942" y="2353713"/>
                </a:cubicBezTo>
                <a:lnTo>
                  <a:pt x="1061564" y="2332769"/>
                </a:lnTo>
                <a:cubicBezTo>
                  <a:pt x="1061487" y="2332715"/>
                  <a:pt x="1061410" y="2332659"/>
                  <a:pt x="1061335" y="2332601"/>
                </a:cubicBezTo>
                <a:lnTo>
                  <a:pt x="1030713" y="2310359"/>
                </a:lnTo>
                <a:cubicBezTo>
                  <a:pt x="1030635" y="2310301"/>
                  <a:pt x="1030559" y="2310240"/>
                  <a:pt x="1030484" y="2310177"/>
                </a:cubicBezTo>
                <a:lnTo>
                  <a:pt x="1001724" y="2286698"/>
                </a:lnTo>
                <a:cubicBezTo>
                  <a:pt x="1001641" y="2286634"/>
                  <a:pt x="1001559" y="2286568"/>
                  <a:pt x="1001480" y="2286500"/>
                </a:cubicBezTo>
                <a:lnTo>
                  <a:pt x="974659" y="2261877"/>
                </a:lnTo>
                <a:cubicBezTo>
                  <a:pt x="974580" y="2261808"/>
                  <a:pt x="974504" y="2261737"/>
                  <a:pt x="974430" y="2261664"/>
                </a:cubicBezTo>
                <a:lnTo>
                  <a:pt x="949654" y="2235972"/>
                </a:lnTo>
                <a:cubicBezTo>
                  <a:pt x="949581" y="2235893"/>
                  <a:pt x="949509" y="2235812"/>
                  <a:pt x="949441" y="2235728"/>
                </a:cubicBezTo>
                <a:lnTo>
                  <a:pt x="926786" y="2209060"/>
                </a:lnTo>
                <a:cubicBezTo>
                  <a:pt x="926711" y="2208970"/>
                  <a:pt x="926640" y="2208878"/>
                  <a:pt x="926572" y="2208784"/>
                </a:cubicBezTo>
                <a:lnTo>
                  <a:pt x="906101" y="2181246"/>
                </a:lnTo>
                <a:cubicBezTo>
                  <a:pt x="906032" y="2181151"/>
                  <a:pt x="905966" y="2181054"/>
                  <a:pt x="905903" y="2180956"/>
                </a:cubicBezTo>
                <a:lnTo>
                  <a:pt x="887691" y="2152639"/>
                </a:lnTo>
                <a:cubicBezTo>
                  <a:pt x="887621" y="2152535"/>
                  <a:pt x="887555" y="2152428"/>
                  <a:pt x="887493" y="2152319"/>
                </a:cubicBezTo>
                <a:lnTo>
                  <a:pt x="871586" y="2123315"/>
                </a:lnTo>
                <a:cubicBezTo>
                  <a:pt x="871526" y="2123204"/>
                  <a:pt x="871470" y="2123092"/>
                  <a:pt x="871418" y="2122978"/>
                </a:cubicBezTo>
                <a:lnTo>
                  <a:pt x="857862" y="2093395"/>
                </a:lnTo>
                <a:cubicBezTo>
                  <a:pt x="857807" y="2093274"/>
                  <a:pt x="857756" y="2093152"/>
                  <a:pt x="857710" y="2093028"/>
                </a:cubicBezTo>
                <a:lnTo>
                  <a:pt x="846551" y="2062955"/>
                </a:lnTo>
                <a:cubicBezTo>
                  <a:pt x="846505" y="2062830"/>
                  <a:pt x="846465" y="2062702"/>
                  <a:pt x="846429" y="2062573"/>
                </a:cubicBezTo>
                <a:lnTo>
                  <a:pt x="837682" y="2032104"/>
                </a:lnTo>
                <a:cubicBezTo>
                  <a:pt x="837646" y="2031973"/>
                  <a:pt x="837616" y="2031841"/>
                  <a:pt x="837591" y="2031708"/>
                </a:cubicBezTo>
                <a:lnTo>
                  <a:pt x="831301" y="2000948"/>
                </a:lnTo>
                <a:cubicBezTo>
                  <a:pt x="831270" y="2000812"/>
                  <a:pt x="831244" y="2000674"/>
                  <a:pt x="831223" y="2000536"/>
                </a:cubicBezTo>
                <a:lnTo>
                  <a:pt x="827391" y="1969578"/>
                </a:lnTo>
                <a:cubicBezTo>
                  <a:pt x="827375" y="1969441"/>
                  <a:pt x="827365" y="1969304"/>
                  <a:pt x="827360" y="1969166"/>
                </a:cubicBezTo>
                <a:lnTo>
                  <a:pt x="826001" y="1938117"/>
                </a:lnTo>
                <a:cubicBezTo>
                  <a:pt x="825996" y="1937979"/>
                  <a:pt x="825996" y="1937842"/>
                  <a:pt x="826001" y="1937705"/>
                </a:cubicBezTo>
                <a:lnTo>
                  <a:pt x="827116" y="1906640"/>
                </a:lnTo>
                <a:cubicBezTo>
                  <a:pt x="827120" y="1906497"/>
                  <a:pt x="827131" y="1906354"/>
                  <a:pt x="827147" y="1906212"/>
                </a:cubicBezTo>
                <a:lnTo>
                  <a:pt x="830719" y="1875239"/>
                </a:lnTo>
                <a:cubicBezTo>
                  <a:pt x="830735" y="1875101"/>
                  <a:pt x="830755" y="1874964"/>
                  <a:pt x="830782" y="1874827"/>
                </a:cubicBezTo>
                <a:lnTo>
                  <a:pt x="836827" y="1844037"/>
                </a:lnTo>
                <a:cubicBezTo>
                  <a:pt x="836852" y="1843904"/>
                  <a:pt x="836882" y="1843772"/>
                  <a:pt x="836918" y="1843640"/>
                </a:cubicBezTo>
                <a:lnTo>
                  <a:pt x="845421" y="1813125"/>
                </a:lnTo>
                <a:cubicBezTo>
                  <a:pt x="845457" y="1812996"/>
                  <a:pt x="845498" y="1812869"/>
                  <a:pt x="845543" y="1812743"/>
                </a:cubicBezTo>
                <a:lnTo>
                  <a:pt x="856458" y="1782625"/>
                </a:lnTo>
                <a:cubicBezTo>
                  <a:pt x="856504" y="1782506"/>
                  <a:pt x="856555" y="1782389"/>
                  <a:pt x="856610" y="1782274"/>
                </a:cubicBezTo>
                <a:lnTo>
                  <a:pt x="869845" y="1752782"/>
                </a:lnTo>
                <a:cubicBezTo>
                  <a:pt x="869897" y="1752663"/>
                  <a:pt x="869953" y="1752545"/>
                  <a:pt x="870013" y="1752430"/>
                </a:cubicBezTo>
                <a:lnTo>
                  <a:pt x="885691" y="1723350"/>
                </a:lnTo>
                <a:cubicBezTo>
                  <a:pt x="885748" y="1723241"/>
                  <a:pt x="885809" y="1723134"/>
                  <a:pt x="885874" y="1723030"/>
                </a:cubicBezTo>
                <a:lnTo>
                  <a:pt x="903612" y="1694988"/>
                </a:lnTo>
                <a:cubicBezTo>
                  <a:pt x="903652" y="1694941"/>
                  <a:pt x="903692" y="1694895"/>
                  <a:pt x="903734" y="1694850"/>
                </a:cubicBezTo>
                <a:cubicBezTo>
                  <a:pt x="903750" y="1694835"/>
                  <a:pt x="903750" y="1694811"/>
                  <a:pt x="903765" y="1694787"/>
                </a:cubicBezTo>
                <a:cubicBezTo>
                  <a:pt x="903848" y="1694660"/>
                  <a:pt x="903933" y="1694537"/>
                  <a:pt x="904009" y="1694406"/>
                </a:cubicBezTo>
                <a:cubicBezTo>
                  <a:pt x="904057" y="1694313"/>
                  <a:pt x="904108" y="1694222"/>
                  <a:pt x="904162" y="1694132"/>
                </a:cubicBezTo>
                <a:cubicBezTo>
                  <a:pt x="904276" y="1693958"/>
                  <a:pt x="904396" y="1693778"/>
                  <a:pt x="904498" y="1693597"/>
                </a:cubicBezTo>
                <a:cubicBezTo>
                  <a:pt x="904508" y="1693581"/>
                  <a:pt x="904518" y="1693566"/>
                  <a:pt x="904529" y="1693550"/>
                </a:cubicBezTo>
                <a:lnTo>
                  <a:pt x="904544" y="1693503"/>
                </a:lnTo>
                <a:cubicBezTo>
                  <a:pt x="904568" y="1693456"/>
                  <a:pt x="904615" y="1693414"/>
                  <a:pt x="904636" y="1693366"/>
                </a:cubicBezTo>
                <a:lnTo>
                  <a:pt x="904667" y="1693288"/>
                </a:lnTo>
                <a:lnTo>
                  <a:pt x="904683" y="1693288"/>
                </a:lnTo>
                <a:lnTo>
                  <a:pt x="904683" y="1693272"/>
                </a:lnTo>
                <a:lnTo>
                  <a:pt x="904683" y="1693257"/>
                </a:lnTo>
                <a:cubicBezTo>
                  <a:pt x="904690" y="1693241"/>
                  <a:pt x="904691" y="1693225"/>
                  <a:pt x="904698" y="1693209"/>
                </a:cubicBezTo>
                <a:lnTo>
                  <a:pt x="904714" y="1693178"/>
                </a:lnTo>
                <a:cubicBezTo>
                  <a:pt x="904722" y="1693155"/>
                  <a:pt x="904738" y="1693123"/>
                  <a:pt x="904745" y="1693100"/>
                </a:cubicBezTo>
                <a:cubicBezTo>
                  <a:pt x="904783" y="1692992"/>
                  <a:pt x="904823" y="1692885"/>
                  <a:pt x="904867" y="1692779"/>
                </a:cubicBezTo>
                <a:cubicBezTo>
                  <a:pt x="904899" y="1692701"/>
                  <a:pt x="904930" y="1692627"/>
                  <a:pt x="904959" y="1692550"/>
                </a:cubicBezTo>
                <a:cubicBezTo>
                  <a:pt x="905013" y="1692407"/>
                  <a:pt x="905077" y="1692254"/>
                  <a:pt x="905127" y="1692108"/>
                </a:cubicBezTo>
                <a:lnTo>
                  <a:pt x="905142" y="1692046"/>
                </a:lnTo>
                <a:cubicBezTo>
                  <a:pt x="905174" y="1691953"/>
                  <a:pt x="905205" y="1691864"/>
                  <a:pt x="905234" y="1691771"/>
                </a:cubicBezTo>
                <a:lnTo>
                  <a:pt x="905234" y="1691756"/>
                </a:lnTo>
                <a:cubicBezTo>
                  <a:pt x="905296" y="1691530"/>
                  <a:pt x="905344" y="1691298"/>
                  <a:pt x="905386" y="1691069"/>
                </a:cubicBezTo>
                <a:lnTo>
                  <a:pt x="905386" y="1691053"/>
                </a:lnTo>
                <a:cubicBezTo>
                  <a:pt x="905410" y="1690938"/>
                  <a:pt x="905433" y="1690818"/>
                  <a:pt x="905449" y="1690702"/>
                </a:cubicBezTo>
                <a:cubicBezTo>
                  <a:pt x="905454" y="1690676"/>
                  <a:pt x="905459" y="1690650"/>
                  <a:pt x="905465" y="1690624"/>
                </a:cubicBezTo>
                <a:cubicBezTo>
                  <a:pt x="905503" y="1690347"/>
                  <a:pt x="905527" y="1690079"/>
                  <a:pt x="905543" y="1689800"/>
                </a:cubicBezTo>
                <a:cubicBezTo>
                  <a:pt x="905543" y="1689789"/>
                  <a:pt x="905543" y="1689779"/>
                  <a:pt x="905543" y="1689768"/>
                </a:cubicBezTo>
                <a:cubicBezTo>
                  <a:pt x="905547" y="1689698"/>
                  <a:pt x="905558" y="1689640"/>
                  <a:pt x="905558" y="1689570"/>
                </a:cubicBezTo>
                <a:cubicBezTo>
                  <a:pt x="905557" y="1689524"/>
                  <a:pt x="905557" y="1689478"/>
                  <a:pt x="905558" y="1689433"/>
                </a:cubicBezTo>
                <a:cubicBezTo>
                  <a:pt x="905562" y="1689362"/>
                  <a:pt x="905574" y="1689300"/>
                  <a:pt x="905574" y="1689234"/>
                </a:cubicBezTo>
                <a:lnTo>
                  <a:pt x="905558" y="1674808"/>
                </a:lnTo>
                <a:cubicBezTo>
                  <a:pt x="905556" y="1674738"/>
                  <a:pt x="905550" y="1674679"/>
                  <a:pt x="905543" y="1674609"/>
                </a:cubicBezTo>
                <a:cubicBezTo>
                  <a:pt x="905542" y="1674589"/>
                  <a:pt x="905542" y="1674568"/>
                  <a:pt x="905543" y="1674547"/>
                </a:cubicBezTo>
                <a:cubicBezTo>
                  <a:pt x="905535" y="1674430"/>
                  <a:pt x="905527" y="1674312"/>
                  <a:pt x="905511" y="1674196"/>
                </a:cubicBezTo>
                <a:cubicBezTo>
                  <a:pt x="905503" y="1674100"/>
                  <a:pt x="905498" y="1674003"/>
                  <a:pt x="905496" y="1673906"/>
                </a:cubicBezTo>
                <a:cubicBezTo>
                  <a:pt x="905488" y="1673725"/>
                  <a:pt x="905472" y="1673537"/>
                  <a:pt x="905449" y="1673357"/>
                </a:cubicBezTo>
                <a:cubicBezTo>
                  <a:pt x="905441" y="1673310"/>
                  <a:pt x="905425" y="1673254"/>
                  <a:pt x="905418" y="1673204"/>
                </a:cubicBezTo>
                <a:lnTo>
                  <a:pt x="905418" y="1673173"/>
                </a:lnTo>
                <a:cubicBezTo>
                  <a:pt x="905416" y="1673168"/>
                  <a:pt x="905419" y="1673165"/>
                  <a:pt x="905418" y="1673157"/>
                </a:cubicBezTo>
                <a:cubicBezTo>
                  <a:pt x="905412" y="1673147"/>
                  <a:pt x="905407" y="1673136"/>
                  <a:pt x="905402" y="1673126"/>
                </a:cubicBezTo>
                <a:cubicBezTo>
                  <a:pt x="905386" y="1673037"/>
                  <a:pt x="905378" y="1672955"/>
                  <a:pt x="905355" y="1672866"/>
                </a:cubicBezTo>
                <a:cubicBezTo>
                  <a:pt x="905338" y="1672801"/>
                  <a:pt x="905322" y="1672734"/>
                  <a:pt x="905308" y="1672668"/>
                </a:cubicBezTo>
                <a:cubicBezTo>
                  <a:pt x="905277" y="1672521"/>
                  <a:pt x="905238" y="1672371"/>
                  <a:pt x="905201" y="1672226"/>
                </a:cubicBezTo>
                <a:cubicBezTo>
                  <a:pt x="905194" y="1672202"/>
                  <a:pt x="905193" y="1672187"/>
                  <a:pt x="905185" y="1672163"/>
                </a:cubicBezTo>
                <a:cubicBezTo>
                  <a:pt x="905185" y="1672158"/>
                  <a:pt x="905185" y="1672153"/>
                  <a:pt x="905185" y="1672147"/>
                </a:cubicBezTo>
                <a:cubicBezTo>
                  <a:pt x="905175" y="1672122"/>
                  <a:pt x="905164" y="1672095"/>
                  <a:pt x="905154" y="1672069"/>
                </a:cubicBezTo>
                <a:cubicBezTo>
                  <a:pt x="905111" y="1671984"/>
                  <a:pt x="905070" y="1671898"/>
                  <a:pt x="905032" y="1671810"/>
                </a:cubicBezTo>
                <a:cubicBezTo>
                  <a:pt x="904924" y="1671483"/>
                  <a:pt x="904796" y="1671161"/>
                  <a:pt x="904651" y="1670848"/>
                </a:cubicBezTo>
                <a:cubicBezTo>
                  <a:pt x="904640" y="1670818"/>
                  <a:pt x="904630" y="1670787"/>
                  <a:pt x="904619" y="1670756"/>
                </a:cubicBezTo>
                <a:lnTo>
                  <a:pt x="904573" y="1670679"/>
                </a:lnTo>
                <a:cubicBezTo>
                  <a:pt x="904441" y="1670426"/>
                  <a:pt x="904302" y="1670184"/>
                  <a:pt x="904145" y="1669946"/>
                </a:cubicBezTo>
                <a:cubicBezTo>
                  <a:pt x="904129" y="1669916"/>
                  <a:pt x="904114" y="1669886"/>
                  <a:pt x="904098" y="1669855"/>
                </a:cubicBezTo>
                <a:cubicBezTo>
                  <a:pt x="904059" y="1669792"/>
                  <a:pt x="904018" y="1669735"/>
                  <a:pt x="903976" y="1669672"/>
                </a:cubicBezTo>
                <a:lnTo>
                  <a:pt x="903961" y="1669641"/>
                </a:lnTo>
                <a:cubicBezTo>
                  <a:pt x="903774" y="1669369"/>
                  <a:pt x="903566" y="1669110"/>
                  <a:pt x="903350" y="1668862"/>
                </a:cubicBezTo>
                <a:cubicBezTo>
                  <a:pt x="903309" y="1668827"/>
                  <a:pt x="903268" y="1668792"/>
                  <a:pt x="903228" y="1668755"/>
                </a:cubicBezTo>
                <a:cubicBezTo>
                  <a:pt x="902953" y="1668441"/>
                  <a:pt x="902660" y="1668141"/>
                  <a:pt x="902343" y="1667870"/>
                </a:cubicBezTo>
                <a:lnTo>
                  <a:pt x="902359" y="1667870"/>
                </a:lnTo>
                <a:lnTo>
                  <a:pt x="904923" y="1668679"/>
                </a:lnTo>
                <a:cubicBezTo>
                  <a:pt x="903962" y="1668630"/>
                  <a:pt x="903033" y="1668318"/>
                  <a:pt x="902236" y="1667778"/>
                </a:cubicBezTo>
                <a:cubicBezTo>
                  <a:pt x="902185" y="1667758"/>
                  <a:pt x="902135" y="1667737"/>
                  <a:pt x="902084" y="1667716"/>
                </a:cubicBezTo>
                <a:cubicBezTo>
                  <a:pt x="900348" y="1666378"/>
                  <a:pt x="898097" y="1665725"/>
                  <a:pt x="895917" y="1665945"/>
                </a:cubicBezTo>
                <a:lnTo>
                  <a:pt x="895901" y="1665945"/>
                </a:lnTo>
                <a:cubicBezTo>
                  <a:pt x="893750" y="1666186"/>
                  <a:pt x="891711" y="1667266"/>
                  <a:pt x="890299" y="1668906"/>
                </a:cubicBezTo>
                <a:cubicBezTo>
                  <a:pt x="890264" y="1668948"/>
                  <a:pt x="890228" y="1668989"/>
                  <a:pt x="890192" y="1669029"/>
                </a:cubicBezTo>
                <a:cubicBezTo>
                  <a:pt x="890160" y="1669060"/>
                  <a:pt x="890129" y="1669091"/>
                  <a:pt x="890100" y="1669120"/>
                </a:cubicBezTo>
                <a:cubicBezTo>
                  <a:pt x="890065" y="1669161"/>
                  <a:pt x="890029" y="1669202"/>
                  <a:pt x="889993" y="1669242"/>
                </a:cubicBezTo>
                <a:cubicBezTo>
                  <a:pt x="889690" y="1669636"/>
                  <a:pt x="889228" y="1670393"/>
                  <a:pt x="888344" y="1671501"/>
                </a:cubicBezTo>
                <a:lnTo>
                  <a:pt x="888452" y="1671379"/>
                </a:lnTo>
                <a:lnTo>
                  <a:pt x="866836" y="1700276"/>
                </a:lnTo>
                <a:lnTo>
                  <a:pt x="861371" y="1708657"/>
                </a:lnTo>
                <a:cubicBezTo>
                  <a:pt x="861361" y="1708678"/>
                  <a:pt x="861350" y="1708699"/>
                  <a:pt x="861340" y="1708719"/>
                </a:cubicBezTo>
                <a:cubicBezTo>
                  <a:pt x="858321" y="1713210"/>
                  <a:pt x="855369" y="1717709"/>
                  <a:pt x="852486" y="1722275"/>
                </a:cubicBezTo>
                <a:cubicBezTo>
                  <a:pt x="852470" y="1722296"/>
                  <a:pt x="852455" y="1722317"/>
                  <a:pt x="852439" y="1722337"/>
                </a:cubicBezTo>
                <a:lnTo>
                  <a:pt x="846042" y="1732183"/>
                </a:lnTo>
                <a:lnTo>
                  <a:pt x="827663" y="1764973"/>
                </a:lnTo>
                <a:lnTo>
                  <a:pt x="827585" y="1765141"/>
                </a:lnTo>
                <a:cubicBezTo>
                  <a:pt x="827551" y="1765213"/>
                  <a:pt x="827515" y="1765284"/>
                  <a:pt x="827478" y="1765354"/>
                </a:cubicBezTo>
                <a:cubicBezTo>
                  <a:pt x="822007" y="1775995"/>
                  <a:pt x="816865" y="1786798"/>
                  <a:pt x="812075" y="1797778"/>
                </a:cubicBezTo>
                <a:cubicBezTo>
                  <a:pt x="812055" y="1797825"/>
                  <a:pt x="812034" y="1797870"/>
                  <a:pt x="812013" y="1797916"/>
                </a:cubicBezTo>
                <a:lnTo>
                  <a:pt x="811723" y="1798542"/>
                </a:lnTo>
                <a:lnTo>
                  <a:pt x="811508" y="1799122"/>
                </a:lnTo>
                <a:cubicBezTo>
                  <a:pt x="811253" y="1799747"/>
                  <a:pt x="810880" y="1800317"/>
                  <a:pt x="810409" y="1800801"/>
                </a:cubicBezTo>
                <a:lnTo>
                  <a:pt x="811401" y="1799351"/>
                </a:lnTo>
                <a:cubicBezTo>
                  <a:pt x="810788" y="1800769"/>
                  <a:pt x="810182" y="1802183"/>
                  <a:pt x="809585" y="1803594"/>
                </a:cubicBezTo>
                <a:lnTo>
                  <a:pt x="809707" y="1803274"/>
                </a:lnTo>
                <a:cubicBezTo>
                  <a:pt x="809710" y="1803266"/>
                  <a:pt x="809704" y="1803250"/>
                  <a:pt x="809707" y="1803243"/>
                </a:cubicBezTo>
                <a:lnTo>
                  <a:pt x="809966" y="1801670"/>
                </a:lnTo>
                <a:cubicBezTo>
                  <a:pt x="809964" y="1802545"/>
                  <a:pt x="809744" y="1803405"/>
                  <a:pt x="809325" y="1804174"/>
                </a:cubicBezTo>
                <a:lnTo>
                  <a:pt x="809432" y="1803945"/>
                </a:lnTo>
                <a:cubicBezTo>
                  <a:pt x="809177" y="1804511"/>
                  <a:pt x="808982" y="1805108"/>
                  <a:pt x="808853" y="1805716"/>
                </a:cubicBezTo>
                <a:cubicBezTo>
                  <a:pt x="808793" y="1805991"/>
                  <a:pt x="808712" y="1806262"/>
                  <a:pt x="808609" y="1806525"/>
                </a:cubicBezTo>
                <a:lnTo>
                  <a:pt x="798351" y="1832827"/>
                </a:lnTo>
                <a:lnTo>
                  <a:pt x="787497" y="1867632"/>
                </a:lnTo>
                <a:lnTo>
                  <a:pt x="779284" y="1902849"/>
                </a:lnTo>
                <a:lnTo>
                  <a:pt x="773697" y="1938401"/>
                </a:lnTo>
                <a:lnTo>
                  <a:pt x="770766" y="1974122"/>
                </a:lnTo>
                <a:lnTo>
                  <a:pt x="770506" y="2009935"/>
                </a:lnTo>
                <a:lnTo>
                  <a:pt x="772934" y="2045686"/>
                </a:lnTo>
                <a:lnTo>
                  <a:pt x="778002" y="2081269"/>
                </a:lnTo>
                <a:lnTo>
                  <a:pt x="785711" y="2116563"/>
                </a:lnTo>
                <a:lnTo>
                  <a:pt x="796045" y="2151428"/>
                </a:lnTo>
                <a:lnTo>
                  <a:pt x="808960" y="2185775"/>
                </a:lnTo>
                <a:lnTo>
                  <a:pt x="824393" y="2219481"/>
                </a:lnTo>
                <a:lnTo>
                  <a:pt x="842315" y="2252439"/>
                </a:lnTo>
                <a:lnTo>
                  <a:pt x="862648" y="2284526"/>
                </a:lnTo>
                <a:lnTo>
                  <a:pt x="885332" y="2315637"/>
                </a:lnTo>
                <a:lnTo>
                  <a:pt x="910276" y="2345664"/>
                </a:lnTo>
                <a:lnTo>
                  <a:pt x="937418" y="2374546"/>
                </a:lnTo>
                <a:lnTo>
                  <a:pt x="966636" y="2402160"/>
                </a:lnTo>
                <a:lnTo>
                  <a:pt x="997854" y="2428432"/>
                </a:lnTo>
                <a:lnTo>
                  <a:pt x="1030964" y="2453253"/>
                </a:lnTo>
                <a:lnTo>
                  <a:pt x="1065846" y="2476579"/>
                </a:lnTo>
                <a:lnTo>
                  <a:pt x="1102422" y="2498332"/>
                </a:lnTo>
                <a:lnTo>
                  <a:pt x="1140508" y="2518390"/>
                </a:lnTo>
                <a:lnTo>
                  <a:pt x="1180046" y="2536754"/>
                </a:lnTo>
                <a:lnTo>
                  <a:pt x="1220850" y="2553348"/>
                </a:lnTo>
                <a:lnTo>
                  <a:pt x="1262845" y="2568109"/>
                </a:lnTo>
                <a:lnTo>
                  <a:pt x="1305833" y="2580978"/>
                </a:lnTo>
                <a:lnTo>
                  <a:pt x="1349721" y="2591923"/>
                </a:lnTo>
                <a:lnTo>
                  <a:pt x="1394341" y="2600930"/>
                </a:lnTo>
                <a:lnTo>
                  <a:pt x="1439542" y="2607967"/>
                </a:lnTo>
                <a:lnTo>
                  <a:pt x="1485201" y="2612974"/>
                </a:lnTo>
                <a:lnTo>
                  <a:pt x="1531165" y="2615966"/>
                </a:lnTo>
                <a:lnTo>
                  <a:pt x="1577068" y="2616943"/>
                </a:lnTo>
                <a:cubicBezTo>
                  <a:pt x="1577158" y="2616941"/>
                  <a:pt x="1577253" y="2616935"/>
                  <a:pt x="1577343" y="2616927"/>
                </a:cubicBezTo>
                <a:cubicBezTo>
                  <a:pt x="1577384" y="2616927"/>
                  <a:pt x="1577424" y="2616927"/>
                  <a:pt x="1577465" y="2616927"/>
                </a:cubicBezTo>
                <a:lnTo>
                  <a:pt x="1630039" y="2615660"/>
                </a:lnTo>
                <a:lnTo>
                  <a:pt x="1682674" y="2611935"/>
                </a:lnTo>
                <a:lnTo>
                  <a:pt x="1735019" y="2605783"/>
                </a:lnTo>
                <a:lnTo>
                  <a:pt x="1786967" y="2597220"/>
                </a:lnTo>
                <a:lnTo>
                  <a:pt x="1838381" y="2586244"/>
                </a:lnTo>
                <a:lnTo>
                  <a:pt x="1889123" y="2572917"/>
                </a:lnTo>
                <a:lnTo>
                  <a:pt x="1939071" y="2557255"/>
                </a:lnTo>
                <a:lnTo>
                  <a:pt x="1988073" y="2539303"/>
                </a:lnTo>
                <a:lnTo>
                  <a:pt x="2036022" y="2519092"/>
                </a:lnTo>
                <a:lnTo>
                  <a:pt x="2082810" y="2496683"/>
                </a:lnTo>
                <a:lnTo>
                  <a:pt x="2128301" y="2472136"/>
                </a:lnTo>
                <a:lnTo>
                  <a:pt x="2172372" y="2445529"/>
                </a:lnTo>
                <a:lnTo>
                  <a:pt x="2214917" y="2416891"/>
                </a:lnTo>
                <a:lnTo>
                  <a:pt x="2255813" y="2386330"/>
                </a:lnTo>
                <a:lnTo>
                  <a:pt x="2294984" y="2353906"/>
                </a:lnTo>
                <a:lnTo>
                  <a:pt x="2332308" y="2319697"/>
                </a:lnTo>
                <a:lnTo>
                  <a:pt x="2367708" y="2283824"/>
                </a:lnTo>
                <a:lnTo>
                  <a:pt x="2401063" y="2246332"/>
                </a:lnTo>
                <a:lnTo>
                  <a:pt x="2432296" y="2207345"/>
                </a:lnTo>
                <a:lnTo>
                  <a:pt x="2461346" y="2166968"/>
                </a:lnTo>
                <a:lnTo>
                  <a:pt x="2488137" y="2125278"/>
                </a:lnTo>
                <a:lnTo>
                  <a:pt x="2512546" y="2082398"/>
                </a:lnTo>
                <a:lnTo>
                  <a:pt x="2534589" y="2038450"/>
                </a:lnTo>
                <a:lnTo>
                  <a:pt x="2548420" y="2006667"/>
                </a:lnTo>
                <a:lnTo>
                  <a:pt x="2548007" y="2008728"/>
                </a:lnTo>
                <a:cubicBezTo>
                  <a:pt x="2548011" y="2007683"/>
                  <a:pt x="2548324" y="2006663"/>
                  <a:pt x="2548908" y="2005797"/>
                </a:cubicBezTo>
                <a:cubicBezTo>
                  <a:pt x="2549178" y="2005401"/>
                  <a:pt x="2549410" y="2004981"/>
                  <a:pt x="2549610" y="2004545"/>
                </a:cubicBezTo>
                <a:cubicBezTo>
                  <a:pt x="2549615" y="2004535"/>
                  <a:pt x="2549621" y="2004524"/>
                  <a:pt x="2549626" y="2004514"/>
                </a:cubicBezTo>
                <a:lnTo>
                  <a:pt x="2549717" y="2004285"/>
                </a:lnTo>
                <a:cubicBezTo>
                  <a:pt x="2549725" y="2004270"/>
                  <a:pt x="2549740" y="2004254"/>
                  <a:pt x="2549749" y="2004238"/>
                </a:cubicBezTo>
                <a:cubicBezTo>
                  <a:pt x="2549749" y="2004238"/>
                  <a:pt x="2549749" y="2004222"/>
                  <a:pt x="2549749" y="2004222"/>
                </a:cubicBezTo>
                <a:cubicBezTo>
                  <a:pt x="2549750" y="2004219"/>
                  <a:pt x="2549746" y="2004215"/>
                  <a:pt x="2549749" y="2004207"/>
                </a:cubicBezTo>
                <a:lnTo>
                  <a:pt x="2549811" y="2004069"/>
                </a:lnTo>
                <a:cubicBezTo>
                  <a:pt x="2549756" y="2004177"/>
                  <a:pt x="2549666" y="2004298"/>
                  <a:pt x="2549948" y="2003672"/>
                </a:cubicBezTo>
                <a:lnTo>
                  <a:pt x="2549826" y="2003962"/>
                </a:lnTo>
                <a:cubicBezTo>
                  <a:pt x="2549916" y="2003729"/>
                  <a:pt x="2550001" y="2003485"/>
                  <a:pt x="2550071" y="2003245"/>
                </a:cubicBezTo>
                <a:cubicBezTo>
                  <a:pt x="2550125" y="2003048"/>
                  <a:pt x="2550192" y="2002854"/>
                  <a:pt x="2550269" y="2002665"/>
                </a:cubicBezTo>
                <a:cubicBezTo>
                  <a:pt x="2550131" y="2002996"/>
                  <a:pt x="2550207" y="2002626"/>
                  <a:pt x="2550620" y="2001627"/>
                </a:cubicBezTo>
                <a:cubicBezTo>
                  <a:pt x="2550630" y="2001601"/>
                  <a:pt x="2550640" y="2001575"/>
                  <a:pt x="2550651" y="2001549"/>
                </a:cubicBezTo>
                <a:lnTo>
                  <a:pt x="2554162" y="1993519"/>
                </a:lnTo>
                <a:lnTo>
                  <a:pt x="2571214" y="1947739"/>
                </a:lnTo>
                <a:lnTo>
                  <a:pt x="2585716" y="1901225"/>
                </a:lnTo>
                <a:lnTo>
                  <a:pt x="2589105" y="1887792"/>
                </a:lnTo>
                <a:cubicBezTo>
                  <a:pt x="2589110" y="1887776"/>
                  <a:pt x="2589115" y="1887760"/>
                  <a:pt x="2589120" y="1887745"/>
                </a:cubicBezTo>
                <a:cubicBezTo>
                  <a:pt x="2589921" y="1884721"/>
                  <a:pt x="2590653" y="1881621"/>
                  <a:pt x="2591456" y="1878449"/>
                </a:cubicBezTo>
                <a:lnTo>
                  <a:pt x="2597623" y="1854100"/>
                </a:lnTo>
                <a:lnTo>
                  <a:pt x="2606889" y="1806473"/>
                </a:lnTo>
                <a:lnTo>
                  <a:pt x="2613499" y="1758708"/>
                </a:lnTo>
                <a:cubicBezTo>
                  <a:pt x="2613515" y="1758572"/>
                  <a:pt x="2613505" y="1758724"/>
                  <a:pt x="2613515" y="1758645"/>
                </a:cubicBezTo>
                <a:lnTo>
                  <a:pt x="2613515" y="1758554"/>
                </a:lnTo>
                <a:cubicBezTo>
                  <a:pt x="2613514" y="1758569"/>
                  <a:pt x="2613538" y="1758458"/>
                  <a:pt x="2613530" y="1758507"/>
                </a:cubicBezTo>
                <a:lnTo>
                  <a:pt x="2617484" y="1710253"/>
                </a:lnTo>
                <a:lnTo>
                  <a:pt x="2618705" y="1664839"/>
                </a:lnTo>
                <a:lnTo>
                  <a:pt x="2618705" y="1664717"/>
                </a:lnTo>
                <a:cubicBezTo>
                  <a:pt x="2618721" y="1663330"/>
                  <a:pt x="2618843" y="1662306"/>
                  <a:pt x="2618843" y="1661740"/>
                </a:cubicBezTo>
                <a:cubicBezTo>
                  <a:pt x="2618843" y="1661714"/>
                  <a:pt x="2618843" y="1661688"/>
                  <a:pt x="2618843" y="1661662"/>
                </a:cubicBezTo>
                <a:cubicBezTo>
                  <a:pt x="2618844" y="1661570"/>
                  <a:pt x="2618844" y="1661464"/>
                  <a:pt x="2618843" y="1661373"/>
                </a:cubicBezTo>
                <a:cubicBezTo>
                  <a:pt x="2618843" y="1661362"/>
                  <a:pt x="2618843" y="1661352"/>
                  <a:pt x="2618843" y="1661341"/>
                </a:cubicBezTo>
                <a:lnTo>
                  <a:pt x="2618843" y="1661294"/>
                </a:lnTo>
                <a:lnTo>
                  <a:pt x="2618843" y="1661216"/>
                </a:lnTo>
                <a:cubicBezTo>
                  <a:pt x="2618843" y="1661211"/>
                  <a:pt x="2618843" y="1661206"/>
                  <a:pt x="2618843" y="1661200"/>
                </a:cubicBezTo>
                <a:cubicBezTo>
                  <a:pt x="2618843" y="1661200"/>
                  <a:pt x="2618843" y="1661185"/>
                  <a:pt x="2618843" y="1661185"/>
                </a:cubicBezTo>
                <a:lnTo>
                  <a:pt x="2617454" y="1617144"/>
                </a:lnTo>
                <a:lnTo>
                  <a:pt x="2613363" y="1572707"/>
                </a:lnTo>
                <a:lnTo>
                  <a:pt x="2606585" y="1528484"/>
                </a:lnTo>
                <a:lnTo>
                  <a:pt x="2597166" y="1484642"/>
                </a:lnTo>
                <a:lnTo>
                  <a:pt x="2585091" y="1441227"/>
                </a:lnTo>
                <a:lnTo>
                  <a:pt x="2570436" y="1398408"/>
                </a:lnTo>
                <a:lnTo>
                  <a:pt x="2553187" y="1356291"/>
                </a:lnTo>
                <a:lnTo>
                  <a:pt x="2533433" y="1314953"/>
                </a:lnTo>
                <a:lnTo>
                  <a:pt x="2511207" y="1274531"/>
                </a:lnTo>
                <a:lnTo>
                  <a:pt x="2486584" y="1235100"/>
                </a:lnTo>
                <a:lnTo>
                  <a:pt x="2459610" y="1196785"/>
                </a:lnTo>
                <a:lnTo>
                  <a:pt x="2430361" y="1159705"/>
                </a:lnTo>
                <a:lnTo>
                  <a:pt x="2398915" y="1123908"/>
                </a:lnTo>
                <a:lnTo>
                  <a:pt x="2365361" y="1089500"/>
                </a:lnTo>
                <a:lnTo>
                  <a:pt x="2329778" y="1056573"/>
                </a:lnTo>
                <a:lnTo>
                  <a:pt x="2292256" y="1025218"/>
                </a:lnTo>
                <a:lnTo>
                  <a:pt x="2252901" y="995527"/>
                </a:lnTo>
                <a:lnTo>
                  <a:pt x="2211792" y="967546"/>
                </a:lnTo>
                <a:lnTo>
                  <a:pt x="2169064" y="941351"/>
                </a:lnTo>
                <a:lnTo>
                  <a:pt x="2124840" y="917003"/>
                </a:lnTo>
                <a:lnTo>
                  <a:pt x="2079181" y="894593"/>
                </a:lnTo>
                <a:lnTo>
                  <a:pt x="2032240" y="874169"/>
                </a:lnTo>
                <a:lnTo>
                  <a:pt x="1984139" y="855759"/>
                </a:lnTo>
                <a:lnTo>
                  <a:pt x="1934985" y="839425"/>
                </a:lnTo>
                <a:lnTo>
                  <a:pt x="1884914" y="825213"/>
                </a:lnTo>
                <a:lnTo>
                  <a:pt x="1834065" y="813153"/>
                </a:lnTo>
                <a:lnTo>
                  <a:pt x="1815197" y="809535"/>
                </a:lnTo>
                <a:cubicBezTo>
                  <a:pt x="1812338" y="808988"/>
                  <a:pt x="1810464" y="806226"/>
                  <a:pt x="1811011" y="803367"/>
                </a:cubicBezTo>
                <a:cubicBezTo>
                  <a:pt x="1811381" y="801436"/>
                  <a:pt x="1812795" y="799871"/>
                  <a:pt x="1814678" y="799308"/>
                </a:cubicBezTo>
                <a:lnTo>
                  <a:pt x="1818250" y="798239"/>
                </a:lnTo>
                <a:lnTo>
                  <a:pt x="1852735" y="785951"/>
                </a:lnTo>
                <a:lnTo>
                  <a:pt x="1886013" y="772059"/>
                </a:lnTo>
                <a:lnTo>
                  <a:pt x="1917964" y="756611"/>
                </a:lnTo>
                <a:lnTo>
                  <a:pt x="1948433" y="739712"/>
                </a:lnTo>
                <a:lnTo>
                  <a:pt x="1977285" y="721394"/>
                </a:lnTo>
                <a:lnTo>
                  <a:pt x="2004381" y="701747"/>
                </a:lnTo>
                <a:lnTo>
                  <a:pt x="2029645" y="680834"/>
                </a:lnTo>
                <a:lnTo>
                  <a:pt x="2052940" y="658776"/>
                </a:lnTo>
                <a:lnTo>
                  <a:pt x="2074159" y="635618"/>
                </a:lnTo>
                <a:lnTo>
                  <a:pt x="2093195" y="611499"/>
                </a:lnTo>
                <a:lnTo>
                  <a:pt x="2109987" y="586495"/>
                </a:lnTo>
                <a:lnTo>
                  <a:pt x="2124428" y="560727"/>
                </a:lnTo>
                <a:lnTo>
                  <a:pt x="2133770" y="540195"/>
                </a:lnTo>
                <a:cubicBezTo>
                  <a:pt x="2133875" y="539957"/>
                  <a:pt x="2133998" y="539728"/>
                  <a:pt x="2134137" y="539508"/>
                </a:cubicBezTo>
                <a:cubicBezTo>
                  <a:pt x="2134362" y="539160"/>
                  <a:pt x="2134559" y="538800"/>
                  <a:pt x="2134733" y="538424"/>
                </a:cubicBezTo>
                <a:lnTo>
                  <a:pt x="2134748" y="538393"/>
                </a:lnTo>
                <a:cubicBezTo>
                  <a:pt x="2134777" y="538326"/>
                  <a:pt x="2134808" y="538260"/>
                  <a:pt x="2134840" y="538195"/>
                </a:cubicBezTo>
                <a:cubicBezTo>
                  <a:pt x="2134887" y="538090"/>
                  <a:pt x="2134935" y="537979"/>
                  <a:pt x="2134977" y="537874"/>
                </a:cubicBezTo>
                <a:cubicBezTo>
                  <a:pt x="2134997" y="537818"/>
                  <a:pt x="2135018" y="537762"/>
                  <a:pt x="2135040" y="537706"/>
                </a:cubicBezTo>
                <a:lnTo>
                  <a:pt x="2135055" y="537690"/>
                </a:lnTo>
                <a:cubicBezTo>
                  <a:pt x="2135055" y="537685"/>
                  <a:pt x="2135055" y="537680"/>
                  <a:pt x="2135055" y="537675"/>
                </a:cubicBezTo>
                <a:lnTo>
                  <a:pt x="2135102" y="537567"/>
                </a:lnTo>
                <a:lnTo>
                  <a:pt x="2136323" y="534621"/>
                </a:lnTo>
                <a:cubicBezTo>
                  <a:pt x="2136334" y="534585"/>
                  <a:pt x="2136344" y="534550"/>
                  <a:pt x="2136355" y="534514"/>
                </a:cubicBezTo>
                <a:lnTo>
                  <a:pt x="2136462" y="534300"/>
                </a:lnTo>
                <a:lnTo>
                  <a:pt x="2136540" y="534056"/>
                </a:lnTo>
                <a:lnTo>
                  <a:pt x="2146080" y="507159"/>
                </a:lnTo>
                <a:lnTo>
                  <a:pt x="2153134" y="479773"/>
                </a:lnTo>
                <a:lnTo>
                  <a:pt x="2157621" y="452097"/>
                </a:lnTo>
                <a:lnTo>
                  <a:pt x="2159514" y="424268"/>
                </a:lnTo>
                <a:lnTo>
                  <a:pt x="2158812" y="396409"/>
                </a:lnTo>
                <a:lnTo>
                  <a:pt x="2155545" y="368626"/>
                </a:lnTo>
                <a:lnTo>
                  <a:pt x="2149699" y="341103"/>
                </a:lnTo>
                <a:lnTo>
                  <a:pt x="2141303" y="313931"/>
                </a:lnTo>
                <a:lnTo>
                  <a:pt x="2130419" y="287247"/>
                </a:lnTo>
                <a:lnTo>
                  <a:pt x="2117092" y="261174"/>
                </a:lnTo>
                <a:lnTo>
                  <a:pt x="2101399" y="235803"/>
                </a:lnTo>
                <a:lnTo>
                  <a:pt x="2083386" y="211287"/>
                </a:lnTo>
                <a:lnTo>
                  <a:pt x="2063175" y="187687"/>
                </a:lnTo>
                <a:lnTo>
                  <a:pt x="2040841" y="165125"/>
                </a:lnTo>
                <a:lnTo>
                  <a:pt x="2016478" y="143693"/>
                </a:lnTo>
                <a:lnTo>
                  <a:pt x="1990222" y="123466"/>
                </a:lnTo>
                <a:lnTo>
                  <a:pt x="1962179" y="104553"/>
                </a:lnTo>
                <a:lnTo>
                  <a:pt x="1932442" y="86997"/>
                </a:lnTo>
                <a:lnTo>
                  <a:pt x="1901163" y="70893"/>
                </a:lnTo>
                <a:lnTo>
                  <a:pt x="1868495" y="56314"/>
                </a:lnTo>
                <a:lnTo>
                  <a:pt x="1834560" y="43324"/>
                </a:lnTo>
                <a:lnTo>
                  <a:pt x="1799511" y="31936"/>
                </a:lnTo>
                <a:lnTo>
                  <a:pt x="1763469" y="22242"/>
                </a:lnTo>
                <a:lnTo>
                  <a:pt x="1726634" y="14243"/>
                </a:lnTo>
                <a:lnTo>
                  <a:pt x="1689158" y="8015"/>
                </a:lnTo>
                <a:lnTo>
                  <a:pt x="1651177" y="3558"/>
                </a:lnTo>
                <a:lnTo>
                  <a:pt x="1612861" y="886"/>
                </a:lnTo>
                <a:lnTo>
                  <a:pt x="1575034" y="31"/>
                </a:lnTo>
                <a:cubicBezTo>
                  <a:pt x="1574957" y="33"/>
                  <a:pt x="1574881" y="33"/>
                  <a:pt x="1574805" y="31"/>
                </a:cubicBezTo>
                <a:cubicBezTo>
                  <a:pt x="1574667" y="24"/>
                  <a:pt x="1574530" y="0"/>
                  <a:pt x="1574393" y="0"/>
                </a:cubicBezTo>
                <a:close/>
                <a:moveTo>
                  <a:pt x="607525" y="28126"/>
                </a:moveTo>
                <a:lnTo>
                  <a:pt x="607525" y="28157"/>
                </a:lnTo>
                <a:cubicBezTo>
                  <a:pt x="607588" y="28058"/>
                  <a:pt x="607654" y="27961"/>
                  <a:pt x="607724" y="27867"/>
                </a:cubicBezTo>
                <a:close/>
                <a:moveTo>
                  <a:pt x="975452" y="6266"/>
                </a:moveTo>
                <a:cubicBezTo>
                  <a:pt x="975446" y="6276"/>
                  <a:pt x="975441" y="6286"/>
                  <a:pt x="975436" y="6297"/>
                </a:cubicBezTo>
                <a:cubicBezTo>
                  <a:pt x="975431" y="6323"/>
                  <a:pt x="975426" y="6349"/>
                  <a:pt x="975420" y="6375"/>
                </a:cubicBezTo>
                <a:close/>
                <a:moveTo>
                  <a:pt x="608502" y="26752"/>
                </a:moveTo>
                <a:lnTo>
                  <a:pt x="607724" y="27927"/>
                </a:lnTo>
                <a:lnTo>
                  <a:pt x="607495" y="28263"/>
                </a:lnTo>
                <a:lnTo>
                  <a:pt x="606991" y="30446"/>
                </a:lnTo>
                <a:cubicBezTo>
                  <a:pt x="606991" y="29064"/>
                  <a:pt x="607534" y="27738"/>
                  <a:pt x="608502" y="26752"/>
                </a:cubicBezTo>
                <a:close/>
                <a:moveTo>
                  <a:pt x="1401264" y="755836"/>
                </a:moveTo>
                <a:lnTo>
                  <a:pt x="1400577" y="755883"/>
                </a:lnTo>
                <a:lnTo>
                  <a:pt x="1400302" y="755946"/>
                </a:lnTo>
                <a:cubicBezTo>
                  <a:pt x="1400618" y="755881"/>
                  <a:pt x="1400940" y="755845"/>
                  <a:pt x="1401264" y="755839"/>
                </a:cubicBezTo>
                <a:close/>
                <a:moveTo>
                  <a:pt x="1397646" y="856816"/>
                </a:moveTo>
                <a:lnTo>
                  <a:pt x="1161781" y="857122"/>
                </a:lnTo>
                <a:cubicBezTo>
                  <a:pt x="1161581" y="857129"/>
                  <a:pt x="1161385" y="857145"/>
                  <a:pt x="1161185" y="857169"/>
                </a:cubicBezTo>
                <a:cubicBezTo>
                  <a:pt x="1161109" y="857181"/>
                  <a:pt x="1161033" y="857191"/>
                  <a:pt x="1160956" y="857200"/>
                </a:cubicBezTo>
                <a:cubicBezTo>
                  <a:pt x="1160886" y="857204"/>
                  <a:pt x="1160810" y="857208"/>
                  <a:pt x="1160743" y="857216"/>
                </a:cubicBezTo>
                <a:cubicBezTo>
                  <a:pt x="1160569" y="857239"/>
                  <a:pt x="1160396" y="857270"/>
                  <a:pt x="1160224" y="857307"/>
                </a:cubicBezTo>
                <a:cubicBezTo>
                  <a:pt x="1160178" y="857318"/>
                  <a:pt x="1160132" y="857328"/>
                  <a:pt x="1160086" y="857338"/>
                </a:cubicBezTo>
                <a:cubicBezTo>
                  <a:pt x="1159921" y="857369"/>
                  <a:pt x="1159746" y="857409"/>
                  <a:pt x="1159582" y="857445"/>
                </a:cubicBezTo>
                <a:cubicBezTo>
                  <a:pt x="1159330" y="857516"/>
                  <a:pt x="1159080" y="857584"/>
                  <a:pt x="1158834" y="857674"/>
                </a:cubicBezTo>
                <a:cubicBezTo>
                  <a:pt x="1158799" y="857690"/>
                  <a:pt x="1158763" y="857706"/>
                  <a:pt x="1158727" y="857721"/>
                </a:cubicBezTo>
                <a:cubicBezTo>
                  <a:pt x="1158696" y="857737"/>
                  <a:pt x="1158657" y="857737"/>
                  <a:pt x="1158620" y="857752"/>
                </a:cubicBezTo>
                <a:cubicBezTo>
                  <a:pt x="1158383" y="857848"/>
                  <a:pt x="1158161" y="857957"/>
                  <a:pt x="1157933" y="858073"/>
                </a:cubicBezTo>
                <a:cubicBezTo>
                  <a:pt x="1157887" y="858094"/>
                  <a:pt x="1157842" y="858115"/>
                  <a:pt x="1157795" y="858135"/>
                </a:cubicBezTo>
                <a:cubicBezTo>
                  <a:pt x="1157741" y="858159"/>
                  <a:pt x="1157682" y="858182"/>
                  <a:pt x="1157627" y="858214"/>
                </a:cubicBezTo>
                <a:cubicBezTo>
                  <a:pt x="1157588" y="858237"/>
                  <a:pt x="1157557" y="858253"/>
                  <a:pt x="1157520" y="858276"/>
                </a:cubicBezTo>
                <a:cubicBezTo>
                  <a:pt x="1157505" y="858284"/>
                  <a:pt x="1157489" y="858299"/>
                  <a:pt x="1157474" y="858307"/>
                </a:cubicBezTo>
                <a:cubicBezTo>
                  <a:pt x="1157296" y="858414"/>
                  <a:pt x="1157124" y="858525"/>
                  <a:pt x="1156955" y="858643"/>
                </a:cubicBezTo>
                <a:cubicBezTo>
                  <a:pt x="1156934" y="858659"/>
                  <a:pt x="1156913" y="858675"/>
                  <a:pt x="1156892" y="858690"/>
                </a:cubicBezTo>
                <a:cubicBezTo>
                  <a:pt x="1156830" y="858729"/>
                  <a:pt x="1156768" y="858770"/>
                  <a:pt x="1156709" y="858812"/>
                </a:cubicBezTo>
                <a:cubicBezTo>
                  <a:pt x="1156550" y="858933"/>
                  <a:pt x="1156386" y="859061"/>
                  <a:pt x="1156235" y="859194"/>
                </a:cubicBezTo>
                <a:cubicBezTo>
                  <a:pt x="1156190" y="859230"/>
                  <a:pt x="1156144" y="859266"/>
                  <a:pt x="1156098" y="859301"/>
                </a:cubicBezTo>
                <a:cubicBezTo>
                  <a:pt x="1155992" y="859388"/>
                  <a:pt x="1155895" y="859484"/>
                  <a:pt x="1155792" y="859576"/>
                </a:cubicBezTo>
                <a:cubicBezTo>
                  <a:pt x="1155698" y="859672"/>
                  <a:pt x="1155607" y="859766"/>
                  <a:pt x="1155517" y="859866"/>
                </a:cubicBezTo>
                <a:cubicBezTo>
                  <a:pt x="1155477" y="859907"/>
                  <a:pt x="1155437" y="859948"/>
                  <a:pt x="1155395" y="859988"/>
                </a:cubicBezTo>
                <a:cubicBezTo>
                  <a:pt x="1155233" y="860159"/>
                  <a:pt x="1155085" y="860339"/>
                  <a:pt x="1154937" y="860522"/>
                </a:cubicBezTo>
                <a:cubicBezTo>
                  <a:pt x="1154836" y="860658"/>
                  <a:pt x="1154740" y="860793"/>
                  <a:pt x="1154647" y="860934"/>
                </a:cubicBezTo>
                <a:cubicBezTo>
                  <a:pt x="1154627" y="860965"/>
                  <a:pt x="1154606" y="860996"/>
                  <a:pt x="1154585" y="861026"/>
                </a:cubicBezTo>
                <a:cubicBezTo>
                  <a:pt x="1154530" y="861107"/>
                  <a:pt x="1154470" y="861187"/>
                  <a:pt x="1154417" y="861269"/>
                </a:cubicBezTo>
                <a:cubicBezTo>
                  <a:pt x="1154409" y="861285"/>
                  <a:pt x="1154401" y="861309"/>
                  <a:pt x="1154385" y="861332"/>
                </a:cubicBezTo>
                <a:cubicBezTo>
                  <a:pt x="1154378" y="861348"/>
                  <a:pt x="1154362" y="861363"/>
                  <a:pt x="1154354" y="861379"/>
                </a:cubicBezTo>
                <a:cubicBezTo>
                  <a:pt x="1154254" y="861556"/>
                  <a:pt x="1154167" y="861746"/>
                  <a:pt x="1154079" y="861928"/>
                </a:cubicBezTo>
                <a:cubicBezTo>
                  <a:pt x="1154017" y="862048"/>
                  <a:pt x="1153951" y="862165"/>
                  <a:pt x="1153881" y="862279"/>
                </a:cubicBezTo>
                <a:cubicBezTo>
                  <a:pt x="1153857" y="862318"/>
                  <a:pt x="1153841" y="862350"/>
                  <a:pt x="1153818" y="862386"/>
                </a:cubicBezTo>
                <a:cubicBezTo>
                  <a:pt x="1153816" y="862391"/>
                  <a:pt x="1153820" y="862394"/>
                  <a:pt x="1153818" y="862402"/>
                </a:cubicBezTo>
                <a:cubicBezTo>
                  <a:pt x="1153811" y="862418"/>
                  <a:pt x="1153795" y="862433"/>
                  <a:pt x="1153787" y="862449"/>
                </a:cubicBezTo>
                <a:cubicBezTo>
                  <a:pt x="1153780" y="862464"/>
                  <a:pt x="1153779" y="862480"/>
                  <a:pt x="1153771" y="862496"/>
                </a:cubicBezTo>
                <a:cubicBezTo>
                  <a:pt x="1153767" y="862504"/>
                  <a:pt x="1153775" y="862519"/>
                  <a:pt x="1153771" y="862527"/>
                </a:cubicBezTo>
                <a:cubicBezTo>
                  <a:pt x="1153756" y="862563"/>
                  <a:pt x="1153740" y="862599"/>
                  <a:pt x="1153724" y="862634"/>
                </a:cubicBezTo>
                <a:cubicBezTo>
                  <a:pt x="1153709" y="862665"/>
                  <a:pt x="1153693" y="862695"/>
                  <a:pt x="1153677" y="862726"/>
                </a:cubicBezTo>
                <a:cubicBezTo>
                  <a:pt x="1153567" y="863012"/>
                  <a:pt x="1153467" y="863315"/>
                  <a:pt x="1153387" y="863611"/>
                </a:cubicBezTo>
                <a:cubicBezTo>
                  <a:pt x="1153387" y="863621"/>
                  <a:pt x="1153387" y="863632"/>
                  <a:pt x="1153387" y="863642"/>
                </a:cubicBezTo>
                <a:cubicBezTo>
                  <a:pt x="1153364" y="863729"/>
                  <a:pt x="1153348" y="863814"/>
                  <a:pt x="1153325" y="863902"/>
                </a:cubicBezTo>
                <a:cubicBezTo>
                  <a:pt x="1153322" y="863910"/>
                  <a:pt x="1153309" y="863925"/>
                  <a:pt x="1153309" y="863933"/>
                </a:cubicBezTo>
                <a:cubicBezTo>
                  <a:pt x="1153309" y="863949"/>
                  <a:pt x="1153309" y="863964"/>
                  <a:pt x="1153309" y="863980"/>
                </a:cubicBezTo>
                <a:cubicBezTo>
                  <a:pt x="1153247" y="864237"/>
                  <a:pt x="1153195" y="864497"/>
                  <a:pt x="1153157" y="864759"/>
                </a:cubicBezTo>
                <a:cubicBezTo>
                  <a:pt x="1153143" y="864835"/>
                  <a:pt x="1153127" y="864912"/>
                  <a:pt x="1153110" y="864987"/>
                </a:cubicBezTo>
                <a:cubicBezTo>
                  <a:pt x="1153109" y="864995"/>
                  <a:pt x="1153111" y="865011"/>
                  <a:pt x="1153110" y="865019"/>
                </a:cubicBezTo>
                <a:cubicBezTo>
                  <a:pt x="1153079" y="865288"/>
                  <a:pt x="1153055" y="865556"/>
                  <a:pt x="1153047" y="865828"/>
                </a:cubicBezTo>
                <a:cubicBezTo>
                  <a:pt x="1153045" y="865935"/>
                  <a:pt x="1153040" y="866042"/>
                  <a:pt x="1153032" y="866148"/>
                </a:cubicBezTo>
                <a:cubicBezTo>
                  <a:pt x="1153028" y="866195"/>
                  <a:pt x="1153034" y="866235"/>
                  <a:pt x="1153032" y="866286"/>
                </a:cubicBezTo>
                <a:lnTo>
                  <a:pt x="1153032" y="866317"/>
                </a:lnTo>
                <a:cubicBezTo>
                  <a:pt x="1153032" y="866317"/>
                  <a:pt x="1153032" y="866333"/>
                  <a:pt x="1153032" y="866333"/>
                </a:cubicBezTo>
                <a:lnTo>
                  <a:pt x="1154116" y="1826030"/>
                </a:lnTo>
                <a:cubicBezTo>
                  <a:pt x="1154131" y="1849746"/>
                  <a:pt x="1149095" y="1872204"/>
                  <a:pt x="1140331" y="1892632"/>
                </a:cubicBezTo>
                <a:cubicBezTo>
                  <a:pt x="1140331" y="1892637"/>
                  <a:pt x="1140331" y="1892642"/>
                  <a:pt x="1140331" y="1892648"/>
                </a:cubicBezTo>
                <a:cubicBezTo>
                  <a:pt x="1137259" y="1899777"/>
                  <a:pt x="1133786" y="1906708"/>
                  <a:pt x="1129798" y="1913302"/>
                </a:cubicBezTo>
                <a:cubicBezTo>
                  <a:pt x="1129273" y="1914169"/>
                  <a:pt x="1128937" y="1914581"/>
                  <a:pt x="1128897" y="1914645"/>
                </a:cubicBezTo>
                <a:cubicBezTo>
                  <a:pt x="1128897" y="1914650"/>
                  <a:pt x="1128897" y="1914655"/>
                  <a:pt x="1128897" y="1914661"/>
                </a:cubicBezTo>
                <a:cubicBezTo>
                  <a:pt x="1124870" y="1921174"/>
                  <a:pt x="1120461" y="1927428"/>
                  <a:pt x="1115601" y="1933315"/>
                </a:cubicBezTo>
                <a:cubicBezTo>
                  <a:pt x="1114823" y="1934258"/>
                  <a:pt x="1114315" y="1934706"/>
                  <a:pt x="1114227" y="1934811"/>
                </a:cubicBezTo>
                <a:cubicBezTo>
                  <a:pt x="1109406" y="1940508"/>
                  <a:pt x="1104273" y="1945989"/>
                  <a:pt x="1098687" y="1951038"/>
                </a:cubicBezTo>
                <a:cubicBezTo>
                  <a:pt x="1098023" y="1951639"/>
                  <a:pt x="1097793" y="1951782"/>
                  <a:pt x="1098061" y="1951542"/>
                </a:cubicBezTo>
                <a:cubicBezTo>
                  <a:pt x="1098056" y="1951542"/>
                  <a:pt x="1098050" y="1951542"/>
                  <a:pt x="1098045" y="1951542"/>
                </a:cubicBezTo>
                <a:cubicBezTo>
                  <a:pt x="1068038" y="1978403"/>
                  <a:pt x="1028761" y="1994248"/>
                  <a:pt x="986837" y="1994544"/>
                </a:cubicBezTo>
                <a:cubicBezTo>
                  <a:pt x="986715" y="1994548"/>
                  <a:pt x="986592" y="1994548"/>
                  <a:pt x="986470" y="1994544"/>
                </a:cubicBezTo>
                <a:cubicBezTo>
                  <a:pt x="985556" y="1994481"/>
                  <a:pt x="984626" y="1994575"/>
                  <a:pt x="983738" y="1994803"/>
                </a:cubicBezTo>
                <a:cubicBezTo>
                  <a:pt x="983677" y="1994831"/>
                  <a:pt x="983617" y="1994857"/>
                  <a:pt x="983555" y="1994882"/>
                </a:cubicBezTo>
                <a:cubicBezTo>
                  <a:pt x="982852" y="1995077"/>
                  <a:pt x="982172" y="1995356"/>
                  <a:pt x="981540" y="1995721"/>
                </a:cubicBezTo>
                <a:cubicBezTo>
                  <a:pt x="981500" y="1995748"/>
                  <a:pt x="981459" y="1995774"/>
                  <a:pt x="981418" y="1995799"/>
                </a:cubicBezTo>
                <a:cubicBezTo>
                  <a:pt x="981122" y="1995972"/>
                  <a:pt x="980837" y="1996173"/>
                  <a:pt x="980563" y="1996379"/>
                </a:cubicBezTo>
                <a:cubicBezTo>
                  <a:pt x="980555" y="1996386"/>
                  <a:pt x="980540" y="1996387"/>
                  <a:pt x="980532" y="1996395"/>
                </a:cubicBezTo>
                <a:cubicBezTo>
                  <a:pt x="980521" y="1996406"/>
                  <a:pt x="980511" y="1996416"/>
                  <a:pt x="980501" y="1996427"/>
                </a:cubicBezTo>
                <a:cubicBezTo>
                  <a:pt x="980235" y="1996629"/>
                  <a:pt x="979978" y="1996850"/>
                  <a:pt x="979737" y="1997083"/>
                </a:cubicBezTo>
                <a:cubicBezTo>
                  <a:pt x="979682" y="1997137"/>
                  <a:pt x="979636" y="1997195"/>
                  <a:pt x="979585" y="1997251"/>
                </a:cubicBezTo>
                <a:cubicBezTo>
                  <a:pt x="979564" y="1997272"/>
                  <a:pt x="979543" y="1997293"/>
                  <a:pt x="979522" y="1997313"/>
                </a:cubicBezTo>
                <a:cubicBezTo>
                  <a:pt x="979368" y="1997475"/>
                  <a:pt x="979220" y="1997644"/>
                  <a:pt x="979080" y="1997817"/>
                </a:cubicBezTo>
                <a:cubicBezTo>
                  <a:pt x="979072" y="1997833"/>
                  <a:pt x="979064" y="1997848"/>
                  <a:pt x="979048" y="1997864"/>
                </a:cubicBezTo>
                <a:cubicBezTo>
                  <a:pt x="979041" y="1997871"/>
                  <a:pt x="979025" y="1997879"/>
                  <a:pt x="979017" y="1997895"/>
                </a:cubicBezTo>
                <a:cubicBezTo>
                  <a:pt x="978947" y="1997985"/>
                  <a:pt x="978883" y="1998077"/>
                  <a:pt x="978819" y="1998170"/>
                </a:cubicBezTo>
                <a:cubicBezTo>
                  <a:pt x="978789" y="1998211"/>
                  <a:pt x="978758" y="1998251"/>
                  <a:pt x="978727" y="1998292"/>
                </a:cubicBezTo>
                <a:cubicBezTo>
                  <a:pt x="978639" y="1998412"/>
                  <a:pt x="978550" y="1998534"/>
                  <a:pt x="978468" y="1998658"/>
                </a:cubicBezTo>
                <a:cubicBezTo>
                  <a:pt x="978452" y="1998682"/>
                  <a:pt x="978452" y="1998713"/>
                  <a:pt x="978436" y="1998737"/>
                </a:cubicBezTo>
                <a:cubicBezTo>
                  <a:pt x="978405" y="1998791"/>
                  <a:pt x="978374" y="1998848"/>
                  <a:pt x="978345" y="1998904"/>
                </a:cubicBezTo>
                <a:cubicBezTo>
                  <a:pt x="978311" y="1998971"/>
                  <a:pt x="978275" y="1999038"/>
                  <a:pt x="978238" y="1999103"/>
                </a:cubicBezTo>
                <a:cubicBezTo>
                  <a:pt x="978099" y="1999353"/>
                  <a:pt x="977970" y="1999604"/>
                  <a:pt x="977857" y="1999867"/>
                </a:cubicBezTo>
                <a:cubicBezTo>
                  <a:pt x="977836" y="1999908"/>
                  <a:pt x="977815" y="1999948"/>
                  <a:pt x="977794" y="1999989"/>
                </a:cubicBezTo>
                <a:cubicBezTo>
                  <a:pt x="977778" y="2000020"/>
                  <a:pt x="977778" y="2000051"/>
                  <a:pt x="977763" y="2000080"/>
                </a:cubicBezTo>
                <a:cubicBezTo>
                  <a:pt x="977748" y="2000111"/>
                  <a:pt x="977732" y="2000141"/>
                  <a:pt x="977716" y="2000172"/>
                </a:cubicBezTo>
                <a:cubicBezTo>
                  <a:pt x="977653" y="2000326"/>
                  <a:pt x="977598" y="2000471"/>
                  <a:pt x="977548" y="2000629"/>
                </a:cubicBezTo>
                <a:cubicBezTo>
                  <a:pt x="977515" y="2000717"/>
                  <a:pt x="977479" y="2000804"/>
                  <a:pt x="977441" y="2000889"/>
                </a:cubicBezTo>
                <a:cubicBezTo>
                  <a:pt x="977436" y="2000899"/>
                  <a:pt x="977430" y="2000910"/>
                  <a:pt x="977425" y="2000920"/>
                </a:cubicBezTo>
                <a:cubicBezTo>
                  <a:pt x="977425" y="2000926"/>
                  <a:pt x="977425" y="2000931"/>
                  <a:pt x="977425" y="2000936"/>
                </a:cubicBezTo>
                <a:lnTo>
                  <a:pt x="977425" y="2000951"/>
                </a:lnTo>
                <a:lnTo>
                  <a:pt x="977410" y="2000983"/>
                </a:lnTo>
                <a:lnTo>
                  <a:pt x="977394" y="2001030"/>
                </a:lnTo>
                <a:cubicBezTo>
                  <a:pt x="977331" y="2001259"/>
                  <a:pt x="977284" y="2001483"/>
                  <a:pt x="977241" y="2001717"/>
                </a:cubicBezTo>
                <a:cubicBezTo>
                  <a:pt x="977227" y="2001788"/>
                  <a:pt x="977212" y="2001859"/>
                  <a:pt x="977194" y="2001930"/>
                </a:cubicBezTo>
                <a:cubicBezTo>
                  <a:pt x="977179" y="2002016"/>
                  <a:pt x="977148" y="2002103"/>
                  <a:pt x="977132" y="2002190"/>
                </a:cubicBezTo>
                <a:cubicBezTo>
                  <a:pt x="977130" y="2002213"/>
                  <a:pt x="977134" y="2002244"/>
                  <a:pt x="977132" y="2002268"/>
                </a:cubicBezTo>
                <a:cubicBezTo>
                  <a:pt x="977129" y="2002283"/>
                  <a:pt x="977116" y="2002299"/>
                  <a:pt x="977116" y="2002315"/>
                </a:cubicBezTo>
                <a:cubicBezTo>
                  <a:pt x="977101" y="2002467"/>
                  <a:pt x="977093" y="2002620"/>
                  <a:pt x="977085" y="2002773"/>
                </a:cubicBezTo>
                <a:cubicBezTo>
                  <a:pt x="977081" y="2002921"/>
                  <a:pt x="977071" y="2003068"/>
                  <a:pt x="977054" y="2003215"/>
                </a:cubicBezTo>
                <a:cubicBezTo>
                  <a:pt x="977046" y="2003297"/>
                  <a:pt x="977030" y="2003377"/>
                  <a:pt x="977023" y="2003459"/>
                </a:cubicBezTo>
                <a:cubicBezTo>
                  <a:pt x="977023" y="2003459"/>
                  <a:pt x="977023" y="2003474"/>
                  <a:pt x="977023" y="2003474"/>
                </a:cubicBezTo>
                <a:cubicBezTo>
                  <a:pt x="977023" y="2003474"/>
                  <a:pt x="977023" y="2003490"/>
                  <a:pt x="977023" y="2003490"/>
                </a:cubicBezTo>
                <a:lnTo>
                  <a:pt x="977023" y="2003537"/>
                </a:lnTo>
                <a:lnTo>
                  <a:pt x="977038" y="2003506"/>
                </a:lnTo>
                <a:cubicBezTo>
                  <a:pt x="977034" y="2003568"/>
                  <a:pt x="977023" y="2003629"/>
                  <a:pt x="977023" y="2003689"/>
                </a:cubicBezTo>
                <a:lnTo>
                  <a:pt x="977038" y="2018267"/>
                </a:lnTo>
                <a:cubicBezTo>
                  <a:pt x="977040" y="2018640"/>
                  <a:pt x="977062" y="2019012"/>
                  <a:pt x="977116" y="2019381"/>
                </a:cubicBezTo>
                <a:cubicBezTo>
                  <a:pt x="977116" y="2019387"/>
                  <a:pt x="977116" y="2019392"/>
                  <a:pt x="977116" y="2019397"/>
                </a:cubicBezTo>
                <a:cubicBezTo>
                  <a:pt x="977216" y="2020150"/>
                  <a:pt x="977421" y="2020894"/>
                  <a:pt x="977712" y="2021595"/>
                </a:cubicBezTo>
                <a:cubicBezTo>
                  <a:pt x="978296" y="2022991"/>
                  <a:pt x="979258" y="2024234"/>
                  <a:pt x="980460" y="2025152"/>
                </a:cubicBezTo>
                <a:cubicBezTo>
                  <a:pt x="980756" y="2025379"/>
                  <a:pt x="981053" y="2025591"/>
                  <a:pt x="981376" y="2025778"/>
                </a:cubicBezTo>
                <a:cubicBezTo>
                  <a:pt x="981386" y="2025778"/>
                  <a:pt x="981396" y="2025778"/>
                  <a:pt x="981407" y="2025778"/>
                </a:cubicBezTo>
                <a:cubicBezTo>
                  <a:pt x="982720" y="2026534"/>
                  <a:pt x="984243" y="2026940"/>
                  <a:pt x="985758" y="2026938"/>
                </a:cubicBezTo>
                <a:lnTo>
                  <a:pt x="1576329" y="2026236"/>
                </a:lnTo>
                <a:cubicBezTo>
                  <a:pt x="1576507" y="2026229"/>
                  <a:pt x="1576686" y="2026221"/>
                  <a:pt x="1576864" y="2026205"/>
                </a:cubicBezTo>
                <a:cubicBezTo>
                  <a:pt x="1577046" y="2026185"/>
                  <a:pt x="1577230" y="2026174"/>
                  <a:pt x="1577413" y="2026173"/>
                </a:cubicBezTo>
                <a:lnTo>
                  <a:pt x="1577215" y="2026174"/>
                </a:lnTo>
                <a:cubicBezTo>
                  <a:pt x="1577351" y="2026168"/>
                  <a:pt x="1577491" y="2026158"/>
                  <a:pt x="1577627" y="2026142"/>
                </a:cubicBezTo>
                <a:cubicBezTo>
                  <a:pt x="1577642" y="2026140"/>
                  <a:pt x="1577658" y="2026145"/>
                  <a:pt x="1577674" y="2026142"/>
                </a:cubicBezTo>
                <a:cubicBezTo>
                  <a:pt x="1577713" y="2026137"/>
                  <a:pt x="1577744" y="2026135"/>
                  <a:pt x="1577781" y="2026127"/>
                </a:cubicBezTo>
                <a:cubicBezTo>
                  <a:pt x="1577928" y="2026103"/>
                  <a:pt x="1578078" y="2026064"/>
                  <a:pt x="1578223" y="2026036"/>
                </a:cubicBezTo>
                <a:lnTo>
                  <a:pt x="1578239" y="2026036"/>
                </a:lnTo>
                <a:cubicBezTo>
                  <a:pt x="1578254" y="2026031"/>
                  <a:pt x="1578270" y="2026027"/>
                  <a:pt x="1578285" y="2026020"/>
                </a:cubicBezTo>
                <a:cubicBezTo>
                  <a:pt x="1578346" y="2026003"/>
                  <a:pt x="1578407" y="2025987"/>
                  <a:pt x="1578468" y="2025973"/>
                </a:cubicBezTo>
                <a:cubicBezTo>
                  <a:pt x="1578484" y="2025970"/>
                  <a:pt x="1578500" y="2025957"/>
                  <a:pt x="1578515" y="2025957"/>
                </a:cubicBezTo>
                <a:cubicBezTo>
                  <a:pt x="1578536" y="2025952"/>
                  <a:pt x="1578557" y="2025947"/>
                  <a:pt x="1578578" y="2025942"/>
                </a:cubicBezTo>
                <a:cubicBezTo>
                  <a:pt x="1579302" y="2025769"/>
                  <a:pt x="1579998" y="2025498"/>
                  <a:pt x="1580654" y="2025148"/>
                </a:cubicBezTo>
                <a:cubicBezTo>
                  <a:pt x="1580680" y="2025137"/>
                  <a:pt x="1580706" y="2025127"/>
                  <a:pt x="1580732" y="2025116"/>
                </a:cubicBezTo>
                <a:cubicBezTo>
                  <a:pt x="1580748" y="2025109"/>
                  <a:pt x="1580763" y="2025093"/>
                  <a:pt x="1580779" y="2025085"/>
                </a:cubicBezTo>
                <a:cubicBezTo>
                  <a:pt x="1581114" y="2024898"/>
                  <a:pt x="1581433" y="2024689"/>
                  <a:pt x="1581741" y="2024459"/>
                </a:cubicBezTo>
                <a:cubicBezTo>
                  <a:pt x="1581999" y="2024265"/>
                  <a:pt x="1582253" y="2024056"/>
                  <a:pt x="1582489" y="2023833"/>
                </a:cubicBezTo>
                <a:cubicBezTo>
                  <a:pt x="1582559" y="2023775"/>
                  <a:pt x="1582630" y="2023719"/>
                  <a:pt x="1582703" y="2023665"/>
                </a:cubicBezTo>
                <a:cubicBezTo>
                  <a:pt x="1582719" y="2023649"/>
                  <a:pt x="1582734" y="2023649"/>
                  <a:pt x="1582750" y="2023634"/>
                </a:cubicBezTo>
                <a:cubicBezTo>
                  <a:pt x="1582757" y="2023626"/>
                  <a:pt x="1582757" y="2023610"/>
                  <a:pt x="1582765" y="2023603"/>
                </a:cubicBezTo>
                <a:cubicBezTo>
                  <a:pt x="1582781" y="2023587"/>
                  <a:pt x="1582797" y="2023571"/>
                  <a:pt x="1582812" y="2023556"/>
                </a:cubicBezTo>
                <a:cubicBezTo>
                  <a:pt x="1582959" y="2023400"/>
                  <a:pt x="1583105" y="2023249"/>
                  <a:pt x="1583240" y="2023083"/>
                </a:cubicBezTo>
                <a:lnTo>
                  <a:pt x="1583208" y="2023098"/>
                </a:lnTo>
                <a:cubicBezTo>
                  <a:pt x="1583385" y="2022879"/>
                  <a:pt x="1583559" y="2022662"/>
                  <a:pt x="1583712" y="2022427"/>
                </a:cubicBezTo>
                <a:cubicBezTo>
                  <a:pt x="1583756" y="2022355"/>
                  <a:pt x="1583802" y="2022283"/>
                  <a:pt x="1583850" y="2022213"/>
                </a:cubicBezTo>
                <a:cubicBezTo>
                  <a:pt x="1583928" y="2022103"/>
                  <a:pt x="1584005" y="2021989"/>
                  <a:pt x="1584078" y="2021877"/>
                </a:cubicBezTo>
                <a:cubicBezTo>
                  <a:pt x="1584084" y="2021871"/>
                  <a:pt x="1584089" y="2021866"/>
                  <a:pt x="1584094" y="2021861"/>
                </a:cubicBezTo>
                <a:cubicBezTo>
                  <a:pt x="1584239" y="2021609"/>
                  <a:pt x="1584372" y="2021348"/>
                  <a:pt x="1584491" y="2021083"/>
                </a:cubicBezTo>
                <a:cubicBezTo>
                  <a:pt x="1584512" y="2021037"/>
                  <a:pt x="1584532" y="2020991"/>
                  <a:pt x="1584554" y="2020946"/>
                </a:cubicBezTo>
                <a:lnTo>
                  <a:pt x="1584554" y="2020930"/>
                </a:lnTo>
                <a:cubicBezTo>
                  <a:pt x="1584564" y="2020914"/>
                  <a:pt x="1584574" y="2020898"/>
                  <a:pt x="1584585" y="2020883"/>
                </a:cubicBezTo>
                <a:cubicBezTo>
                  <a:pt x="1584679" y="2020665"/>
                  <a:pt x="1584768" y="2020451"/>
                  <a:pt x="1584845" y="2020226"/>
                </a:cubicBezTo>
                <a:cubicBezTo>
                  <a:pt x="1584845" y="2020221"/>
                  <a:pt x="1584845" y="2020216"/>
                  <a:pt x="1584845" y="2020210"/>
                </a:cubicBezTo>
                <a:cubicBezTo>
                  <a:pt x="1584850" y="2020195"/>
                  <a:pt x="1584855" y="2020179"/>
                  <a:pt x="1584860" y="2020164"/>
                </a:cubicBezTo>
                <a:cubicBezTo>
                  <a:pt x="1584860" y="2020153"/>
                  <a:pt x="1584860" y="2020143"/>
                  <a:pt x="1584860" y="2020132"/>
                </a:cubicBezTo>
                <a:cubicBezTo>
                  <a:pt x="1584884" y="2020070"/>
                  <a:pt x="1584899" y="2020000"/>
                  <a:pt x="1584922" y="2019934"/>
                </a:cubicBezTo>
                <a:cubicBezTo>
                  <a:pt x="1584923" y="2019930"/>
                  <a:pt x="1584922" y="2019926"/>
                  <a:pt x="1584922" y="2019918"/>
                </a:cubicBezTo>
                <a:lnTo>
                  <a:pt x="1584938" y="2019887"/>
                </a:lnTo>
                <a:cubicBezTo>
                  <a:pt x="1584957" y="2019810"/>
                  <a:pt x="1584978" y="2019734"/>
                  <a:pt x="1585001" y="2019658"/>
                </a:cubicBezTo>
                <a:cubicBezTo>
                  <a:pt x="1585063" y="2019458"/>
                  <a:pt x="1585109" y="2019266"/>
                  <a:pt x="1585153" y="2019062"/>
                </a:cubicBezTo>
                <a:lnTo>
                  <a:pt x="1585153" y="2019031"/>
                </a:lnTo>
                <a:cubicBezTo>
                  <a:pt x="1585177" y="2018902"/>
                  <a:pt x="1585208" y="2018779"/>
                  <a:pt x="1585231" y="2018650"/>
                </a:cubicBezTo>
                <a:cubicBezTo>
                  <a:pt x="1585255" y="2018501"/>
                  <a:pt x="1585263" y="2018357"/>
                  <a:pt x="1585278" y="2018207"/>
                </a:cubicBezTo>
                <a:cubicBezTo>
                  <a:pt x="1585302" y="2017987"/>
                  <a:pt x="1585317" y="2017772"/>
                  <a:pt x="1585325" y="2017551"/>
                </a:cubicBezTo>
                <a:cubicBezTo>
                  <a:pt x="1585323" y="2017465"/>
                  <a:pt x="1585323" y="2017378"/>
                  <a:pt x="1585325" y="2017291"/>
                </a:cubicBezTo>
                <a:cubicBezTo>
                  <a:pt x="1585329" y="2017229"/>
                  <a:pt x="1585341" y="2017169"/>
                  <a:pt x="1585341" y="2017108"/>
                </a:cubicBezTo>
                <a:lnTo>
                  <a:pt x="1585325" y="2002820"/>
                </a:lnTo>
                <a:cubicBezTo>
                  <a:pt x="1585320" y="2002725"/>
                  <a:pt x="1585318" y="2002641"/>
                  <a:pt x="1585309" y="2002545"/>
                </a:cubicBezTo>
                <a:cubicBezTo>
                  <a:pt x="1585302" y="2002449"/>
                  <a:pt x="1585296" y="2002352"/>
                  <a:pt x="1585294" y="2002255"/>
                </a:cubicBezTo>
                <a:cubicBezTo>
                  <a:pt x="1585286" y="2001998"/>
                  <a:pt x="1585263" y="2001747"/>
                  <a:pt x="1585231" y="2001491"/>
                </a:cubicBezTo>
                <a:cubicBezTo>
                  <a:pt x="1585231" y="2001461"/>
                  <a:pt x="1585231" y="2001430"/>
                  <a:pt x="1585231" y="2001400"/>
                </a:cubicBezTo>
                <a:cubicBezTo>
                  <a:pt x="1585208" y="2001304"/>
                  <a:pt x="1585187" y="2001207"/>
                  <a:pt x="1585169" y="2001110"/>
                </a:cubicBezTo>
                <a:cubicBezTo>
                  <a:pt x="1585137" y="2000876"/>
                  <a:pt x="1585083" y="2000639"/>
                  <a:pt x="1585031" y="2000408"/>
                </a:cubicBezTo>
                <a:cubicBezTo>
                  <a:pt x="1585024" y="2000385"/>
                  <a:pt x="1585023" y="2000369"/>
                  <a:pt x="1585016" y="2000346"/>
                </a:cubicBezTo>
                <a:cubicBezTo>
                  <a:pt x="1584982" y="2000240"/>
                  <a:pt x="1584951" y="2000133"/>
                  <a:pt x="1584924" y="2000025"/>
                </a:cubicBezTo>
                <a:cubicBezTo>
                  <a:pt x="1584854" y="1999786"/>
                  <a:pt x="1584771" y="1999556"/>
                  <a:pt x="1584680" y="1999323"/>
                </a:cubicBezTo>
                <a:cubicBezTo>
                  <a:pt x="1584664" y="1999288"/>
                  <a:pt x="1584649" y="1999252"/>
                  <a:pt x="1584633" y="1999216"/>
                </a:cubicBezTo>
                <a:cubicBezTo>
                  <a:pt x="1584596" y="1999151"/>
                  <a:pt x="1584561" y="1999085"/>
                  <a:pt x="1584526" y="1999018"/>
                </a:cubicBezTo>
                <a:cubicBezTo>
                  <a:pt x="1584415" y="1998764"/>
                  <a:pt x="1584294" y="1998512"/>
                  <a:pt x="1584160" y="1998270"/>
                </a:cubicBezTo>
                <a:cubicBezTo>
                  <a:pt x="1584149" y="1998244"/>
                  <a:pt x="1584139" y="1998218"/>
                  <a:pt x="1584128" y="1998192"/>
                </a:cubicBezTo>
                <a:cubicBezTo>
                  <a:pt x="1584097" y="1998152"/>
                  <a:pt x="1584067" y="1998111"/>
                  <a:pt x="1584037" y="1998070"/>
                </a:cubicBezTo>
                <a:cubicBezTo>
                  <a:pt x="1583880" y="1997810"/>
                  <a:pt x="1583702" y="1997563"/>
                  <a:pt x="1583518" y="1997322"/>
                </a:cubicBezTo>
                <a:cubicBezTo>
                  <a:pt x="1583513" y="1997311"/>
                  <a:pt x="1583508" y="1997301"/>
                  <a:pt x="1583502" y="1997290"/>
                </a:cubicBezTo>
                <a:cubicBezTo>
                  <a:pt x="1583476" y="1997264"/>
                  <a:pt x="1583450" y="1997238"/>
                  <a:pt x="1583424" y="1997212"/>
                </a:cubicBezTo>
                <a:cubicBezTo>
                  <a:pt x="1583229" y="1996960"/>
                  <a:pt x="1583020" y="1996708"/>
                  <a:pt x="1582798" y="1996480"/>
                </a:cubicBezTo>
                <a:cubicBezTo>
                  <a:pt x="1582782" y="1996464"/>
                  <a:pt x="1582767" y="1996449"/>
                  <a:pt x="1582751" y="1996433"/>
                </a:cubicBezTo>
                <a:cubicBezTo>
                  <a:pt x="1582697" y="1996386"/>
                  <a:pt x="1582651" y="1996339"/>
                  <a:pt x="1582599" y="1996295"/>
                </a:cubicBezTo>
                <a:cubicBezTo>
                  <a:pt x="1582510" y="1996217"/>
                  <a:pt x="1582423" y="1996136"/>
                  <a:pt x="1582339" y="1996052"/>
                </a:cubicBezTo>
                <a:cubicBezTo>
                  <a:pt x="1582245" y="1995961"/>
                  <a:pt x="1582148" y="1995878"/>
                  <a:pt x="1582050" y="1995792"/>
                </a:cubicBezTo>
                <a:cubicBezTo>
                  <a:pt x="1581963" y="1995730"/>
                  <a:pt x="1581879" y="1995667"/>
                  <a:pt x="1581790" y="1995609"/>
                </a:cubicBezTo>
                <a:cubicBezTo>
                  <a:pt x="1581718" y="1995565"/>
                  <a:pt x="1581647" y="1995519"/>
                  <a:pt x="1581577" y="1995472"/>
                </a:cubicBezTo>
                <a:cubicBezTo>
                  <a:pt x="1581425" y="1995361"/>
                  <a:pt x="1581277" y="1995251"/>
                  <a:pt x="1581119" y="1995151"/>
                </a:cubicBezTo>
                <a:lnTo>
                  <a:pt x="1581040" y="1995104"/>
                </a:lnTo>
                <a:cubicBezTo>
                  <a:pt x="1580970" y="1995065"/>
                  <a:pt x="1580897" y="1995034"/>
                  <a:pt x="1580827" y="1994997"/>
                </a:cubicBezTo>
                <a:cubicBezTo>
                  <a:pt x="1580755" y="1994958"/>
                  <a:pt x="1580684" y="1994918"/>
                  <a:pt x="1580614" y="1994875"/>
                </a:cubicBezTo>
                <a:cubicBezTo>
                  <a:pt x="1580491" y="1994805"/>
                  <a:pt x="1580358" y="1994741"/>
                  <a:pt x="1580232" y="1994677"/>
                </a:cubicBezTo>
                <a:cubicBezTo>
                  <a:pt x="1580160" y="1994648"/>
                  <a:pt x="1580089" y="1994617"/>
                  <a:pt x="1580019" y="1994585"/>
                </a:cubicBezTo>
                <a:cubicBezTo>
                  <a:pt x="1579918" y="1994539"/>
                  <a:pt x="1579816" y="1994502"/>
                  <a:pt x="1579713" y="1994464"/>
                </a:cubicBezTo>
                <a:cubicBezTo>
                  <a:pt x="1579505" y="1994383"/>
                  <a:pt x="1579286" y="1994313"/>
                  <a:pt x="1579073" y="1994250"/>
                </a:cubicBezTo>
                <a:cubicBezTo>
                  <a:pt x="1578994" y="1994227"/>
                  <a:pt x="1578907" y="1994203"/>
                  <a:pt x="1578829" y="1994187"/>
                </a:cubicBezTo>
                <a:cubicBezTo>
                  <a:pt x="1578798" y="1994183"/>
                  <a:pt x="1578767" y="1994177"/>
                  <a:pt x="1578737" y="1994172"/>
                </a:cubicBezTo>
                <a:cubicBezTo>
                  <a:pt x="1578458" y="1994102"/>
                  <a:pt x="1578181" y="1994044"/>
                  <a:pt x="1577898" y="1994004"/>
                </a:cubicBezTo>
                <a:cubicBezTo>
                  <a:pt x="1577887" y="1994004"/>
                  <a:pt x="1577877" y="1994004"/>
                  <a:pt x="1577866" y="1994004"/>
                </a:cubicBezTo>
                <a:cubicBezTo>
                  <a:pt x="1577773" y="1993988"/>
                  <a:pt x="1577685" y="1993965"/>
                  <a:pt x="1577591" y="1993957"/>
                </a:cubicBezTo>
                <a:lnTo>
                  <a:pt x="1577576" y="1993957"/>
                </a:lnTo>
                <a:cubicBezTo>
                  <a:pt x="1577340" y="1993934"/>
                  <a:pt x="1577110" y="1993918"/>
                  <a:pt x="1576873" y="1993910"/>
                </a:cubicBezTo>
                <a:cubicBezTo>
                  <a:pt x="1576751" y="1993909"/>
                  <a:pt x="1576628" y="1993904"/>
                  <a:pt x="1576506" y="1993895"/>
                </a:cubicBezTo>
                <a:cubicBezTo>
                  <a:pt x="1576475" y="1993891"/>
                  <a:pt x="1576436" y="1993897"/>
                  <a:pt x="1576399" y="1993895"/>
                </a:cubicBezTo>
                <a:cubicBezTo>
                  <a:pt x="1576345" y="1993896"/>
                  <a:pt x="1576286" y="1993892"/>
                  <a:pt x="1576231" y="1993895"/>
                </a:cubicBezTo>
                <a:cubicBezTo>
                  <a:pt x="1576145" y="1993896"/>
                  <a:pt x="1576058" y="1993896"/>
                  <a:pt x="1575972" y="1993895"/>
                </a:cubicBezTo>
                <a:cubicBezTo>
                  <a:pt x="1483087" y="1993651"/>
                  <a:pt x="1407995" y="1918497"/>
                  <a:pt x="1407885" y="1825534"/>
                </a:cubicBezTo>
                <a:cubicBezTo>
                  <a:pt x="1407885" y="1825534"/>
                  <a:pt x="1407885" y="1825518"/>
                  <a:pt x="1407885" y="1825518"/>
                </a:cubicBezTo>
                <a:lnTo>
                  <a:pt x="1406786" y="865684"/>
                </a:lnTo>
                <a:cubicBezTo>
                  <a:pt x="1406783" y="865613"/>
                  <a:pt x="1406778" y="865552"/>
                  <a:pt x="1406770" y="865485"/>
                </a:cubicBezTo>
                <a:cubicBezTo>
                  <a:pt x="1406769" y="865429"/>
                  <a:pt x="1406769" y="865373"/>
                  <a:pt x="1406770" y="865317"/>
                </a:cubicBezTo>
                <a:cubicBezTo>
                  <a:pt x="1406762" y="865025"/>
                  <a:pt x="1406731" y="864737"/>
                  <a:pt x="1406692" y="864447"/>
                </a:cubicBezTo>
                <a:cubicBezTo>
                  <a:pt x="1406692" y="864437"/>
                  <a:pt x="1406692" y="864426"/>
                  <a:pt x="1406692" y="864416"/>
                </a:cubicBezTo>
                <a:cubicBezTo>
                  <a:pt x="1406684" y="864345"/>
                  <a:pt x="1406668" y="864287"/>
                  <a:pt x="1406660" y="864217"/>
                </a:cubicBezTo>
                <a:cubicBezTo>
                  <a:pt x="1406660" y="864212"/>
                  <a:pt x="1406660" y="864207"/>
                  <a:pt x="1406660" y="864202"/>
                </a:cubicBezTo>
                <a:cubicBezTo>
                  <a:pt x="1406621" y="863911"/>
                  <a:pt x="1406564" y="863616"/>
                  <a:pt x="1406492" y="863331"/>
                </a:cubicBezTo>
                <a:cubicBezTo>
                  <a:pt x="1406476" y="863276"/>
                  <a:pt x="1406460" y="863220"/>
                  <a:pt x="1406445" y="863163"/>
                </a:cubicBezTo>
                <a:cubicBezTo>
                  <a:pt x="1406442" y="863156"/>
                  <a:pt x="1406449" y="863140"/>
                  <a:pt x="1406445" y="863132"/>
                </a:cubicBezTo>
                <a:cubicBezTo>
                  <a:pt x="1406424" y="863077"/>
                  <a:pt x="1406403" y="863021"/>
                  <a:pt x="1406383" y="862964"/>
                </a:cubicBezTo>
                <a:cubicBezTo>
                  <a:pt x="1406313" y="862749"/>
                  <a:pt x="1406238" y="862532"/>
                  <a:pt x="1406154" y="862323"/>
                </a:cubicBezTo>
                <a:cubicBezTo>
                  <a:pt x="1406149" y="862313"/>
                  <a:pt x="1406143" y="862302"/>
                  <a:pt x="1406138" y="862292"/>
                </a:cubicBezTo>
                <a:cubicBezTo>
                  <a:pt x="1406091" y="862171"/>
                  <a:pt x="1406039" y="862045"/>
                  <a:pt x="1405986" y="861925"/>
                </a:cubicBezTo>
                <a:cubicBezTo>
                  <a:pt x="1405986" y="861920"/>
                  <a:pt x="1405986" y="861915"/>
                  <a:pt x="1405986" y="861910"/>
                </a:cubicBezTo>
                <a:cubicBezTo>
                  <a:pt x="1405880" y="861671"/>
                  <a:pt x="1405748" y="861436"/>
                  <a:pt x="1405619" y="861207"/>
                </a:cubicBezTo>
                <a:cubicBezTo>
                  <a:pt x="1405596" y="861168"/>
                  <a:pt x="1405572" y="861126"/>
                  <a:pt x="1405541" y="861085"/>
                </a:cubicBezTo>
                <a:cubicBezTo>
                  <a:pt x="1405514" y="861045"/>
                  <a:pt x="1405488" y="861004"/>
                  <a:pt x="1405463" y="860963"/>
                </a:cubicBezTo>
                <a:cubicBezTo>
                  <a:pt x="1405312" y="860714"/>
                  <a:pt x="1405150" y="860479"/>
                  <a:pt x="1404974" y="860246"/>
                </a:cubicBezTo>
                <a:cubicBezTo>
                  <a:pt x="1404933" y="860196"/>
                  <a:pt x="1404892" y="860145"/>
                  <a:pt x="1404853" y="860093"/>
                </a:cubicBezTo>
                <a:cubicBezTo>
                  <a:pt x="1404708" y="859907"/>
                  <a:pt x="1404554" y="859734"/>
                  <a:pt x="1404395" y="859559"/>
                </a:cubicBezTo>
                <a:lnTo>
                  <a:pt x="1404363" y="859528"/>
                </a:lnTo>
                <a:cubicBezTo>
                  <a:pt x="1404266" y="859434"/>
                  <a:pt x="1404176" y="859341"/>
                  <a:pt x="1404073" y="859253"/>
                </a:cubicBezTo>
                <a:cubicBezTo>
                  <a:pt x="1404011" y="859198"/>
                  <a:pt x="1403950" y="859142"/>
                  <a:pt x="1403890" y="859084"/>
                </a:cubicBezTo>
                <a:cubicBezTo>
                  <a:pt x="1403763" y="858963"/>
                  <a:pt x="1403628" y="858847"/>
                  <a:pt x="1403493" y="858733"/>
                </a:cubicBezTo>
                <a:lnTo>
                  <a:pt x="1403462" y="858718"/>
                </a:lnTo>
                <a:cubicBezTo>
                  <a:pt x="1403332" y="858616"/>
                  <a:pt x="1403202" y="858522"/>
                  <a:pt x="1403065" y="858428"/>
                </a:cubicBezTo>
                <a:cubicBezTo>
                  <a:pt x="1403060" y="858422"/>
                  <a:pt x="1403055" y="858417"/>
                  <a:pt x="1403049" y="858412"/>
                </a:cubicBezTo>
                <a:cubicBezTo>
                  <a:pt x="1402870" y="858288"/>
                  <a:pt x="1402688" y="858172"/>
                  <a:pt x="1402500" y="858061"/>
                </a:cubicBezTo>
                <a:cubicBezTo>
                  <a:pt x="1402500" y="858056"/>
                  <a:pt x="1402500" y="858051"/>
                  <a:pt x="1402500" y="858046"/>
                </a:cubicBezTo>
                <a:cubicBezTo>
                  <a:pt x="1402400" y="857983"/>
                  <a:pt x="1402297" y="857932"/>
                  <a:pt x="1402195" y="857878"/>
                </a:cubicBezTo>
                <a:cubicBezTo>
                  <a:pt x="1402174" y="857867"/>
                  <a:pt x="1402153" y="857857"/>
                  <a:pt x="1402132" y="857846"/>
                </a:cubicBezTo>
                <a:cubicBezTo>
                  <a:pt x="1401955" y="857749"/>
                  <a:pt x="1401782" y="857657"/>
                  <a:pt x="1401597" y="857571"/>
                </a:cubicBezTo>
                <a:cubicBezTo>
                  <a:pt x="1401582" y="857564"/>
                  <a:pt x="1401558" y="857563"/>
                  <a:pt x="1401535" y="857556"/>
                </a:cubicBezTo>
                <a:cubicBezTo>
                  <a:pt x="1401444" y="857517"/>
                  <a:pt x="1401352" y="857477"/>
                  <a:pt x="1401260" y="857449"/>
                </a:cubicBezTo>
                <a:cubicBezTo>
                  <a:pt x="1401167" y="857415"/>
                  <a:pt x="1401075" y="857380"/>
                  <a:pt x="1400985" y="857341"/>
                </a:cubicBezTo>
                <a:cubicBezTo>
                  <a:pt x="1400886" y="857302"/>
                  <a:pt x="1400795" y="857256"/>
                  <a:pt x="1400695" y="857220"/>
                </a:cubicBezTo>
                <a:cubicBezTo>
                  <a:pt x="1400671" y="857212"/>
                  <a:pt x="1400656" y="857212"/>
                  <a:pt x="1400632" y="857204"/>
                </a:cubicBezTo>
                <a:cubicBezTo>
                  <a:pt x="1400621" y="857199"/>
                  <a:pt x="1400611" y="857193"/>
                  <a:pt x="1400601" y="857188"/>
                </a:cubicBezTo>
                <a:lnTo>
                  <a:pt x="1400585" y="857188"/>
                </a:lnTo>
                <a:lnTo>
                  <a:pt x="1400523" y="857173"/>
                </a:lnTo>
                <a:cubicBezTo>
                  <a:pt x="1400491" y="857165"/>
                  <a:pt x="1400460" y="857165"/>
                  <a:pt x="1400431" y="857157"/>
                </a:cubicBezTo>
                <a:cubicBezTo>
                  <a:pt x="1400344" y="857138"/>
                  <a:pt x="1400257" y="857117"/>
                  <a:pt x="1400172" y="857094"/>
                </a:cubicBezTo>
                <a:cubicBezTo>
                  <a:pt x="1399855" y="857012"/>
                  <a:pt x="1399534" y="856942"/>
                  <a:pt x="1399210" y="856896"/>
                </a:cubicBezTo>
                <a:cubicBezTo>
                  <a:pt x="1399187" y="856893"/>
                  <a:pt x="1399171" y="856898"/>
                  <a:pt x="1399147" y="856896"/>
                </a:cubicBezTo>
                <a:lnTo>
                  <a:pt x="1399132" y="856896"/>
                </a:lnTo>
                <a:cubicBezTo>
                  <a:pt x="1398825" y="856865"/>
                  <a:pt x="1398525" y="856833"/>
                  <a:pt x="1398216" y="856833"/>
                </a:cubicBezTo>
                <a:cubicBezTo>
                  <a:pt x="1398068" y="856834"/>
                  <a:pt x="1397921" y="856829"/>
                  <a:pt x="1397774" y="856818"/>
                </a:cubicBezTo>
                <a:lnTo>
                  <a:pt x="1397652" y="856818"/>
                </a:lnTo>
                <a:cubicBezTo>
                  <a:pt x="1397646" y="856818"/>
                  <a:pt x="1397641" y="856818"/>
                  <a:pt x="1397636" y="856818"/>
                </a:cubicBezTo>
                <a:cubicBezTo>
                  <a:pt x="1397636" y="856818"/>
                  <a:pt x="1397620" y="856818"/>
                  <a:pt x="1397620" y="856818"/>
                </a:cubicBezTo>
                <a:cubicBezTo>
                  <a:pt x="1397615" y="856818"/>
                  <a:pt x="1397610" y="856818"/>
                  <a:pt x="1397605" y="856818"/>
                </a:cubicBezTo>
                <a:close/>
                <a:moveTo>
                  <a:pt x="1153660" y="862724"/>
                </a:moveTo>
                <a:cubicBezTo>
                  <a:pt x="1153654" y="862734"/>
                  <a:pt x="1153649" y="862744"/>
                  <a:pt x="1153644" y="862755"/>
                </a:cubicBezTo>
                <a:cubicBezTo>
                  <a:pt x="1153639" y="862781"/>
                  <a:pt x="1153634" y="862807"/>
                  <a:pt x="1153628" y="862833"/>
                </a:cubicBezTo>
                <a:close/>
                <a:moveTo>
                  <a:pt x="84121" y="1978569"/>
                </a:moveTo>
                <a:cubicBezTo>
                  <a:pt x="83798" y="1978862"/>
                  <a:pt x="83439" y="1979113"/>
                  <a:pt x="83053" y="1979317"/>
                </a:cubicBezTo>
                <a:cubicBezTo>
                  <a:pt x="83056" y="1979316"/>
                  <a:pt x="83100" y="1979301"/>
                  <a:pt x="83100" y="1979301"/>
                </a:cubicBezTo>
                <a:close/>
                <a:moveTo>
                  <a:pt x="1585655" y="2019358"/>
                </a:moveTo>
                <a:lnTo>
                  <a:pt x="1584647" y="2020808"/>
                </a:lnTo>
                <a:lnTo>
                  <a:pt x="1584128" y="2023037"/>
                </a:lnTo>
                <a:cubicBezTo>
                  <a:pt x="1584136" y="2021658"/>
                  <a:pt x="1584684" y="2020337"/>
                  <a:pt x="1585655" y="2019358"/>
                </a:cubicBezTo>
                <a:close/>
              </a:path>
            </a:pathLst>
          </a:custGeom>
          <a:solidFill>
            <a:srgbClr val="B0947C">
              <a:alpha val="10000"/>
            </a:srgbClr>
          </a:solidFill>
          <a:ln w="3659" cap="rnd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9785EC-717B-31E6-259D-C5690A33C715}"/>
              </a:ext>
            </a:extLst>
          </p:cNvPr>
          <p:cNvSpPr/>
          <p:nvPr/>
        </p:nvSpPr>
        <p:spPr>
          <a:xfrm rot="5400000">
            <a:off x="1900394" y="6008378"/>
            <a:ext cx="882062" cy="4697363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50DF704-6D3B-774C-C297-BCB5D48DBDDF}"/>
              </a:ext>
            </a:extLst>
          </p:cNvPr>
          <p:cNvSpPr/>
          <p:nvPr/>
        </p:nvSpPr>
        <p:spPr>
          <a:xfrm rot="5400000">
            <a:off x="1391823" y="6247854"/>
            <a:ext cx="882061" cy="3680227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E8A8FF73-6437-6914-B03C-5329C04E624B}"/>
              </a:ext>
            </a:extLst>
          </p:cNvPr>
          <p:cNvSpPr/>
          <p:nvPr/>
        </p:nvSpPr>
        <p:spPr>
          <a:xfrm>
            <a:off x="-4264" y="1342154"/>
            <a:ext cx="5133613" cy="6092979"/>
          </a:xfrm>
          <a:custGeom>
            <a:avLst/>
            <a:gdLst>
              <a:gd name="csX0" fmla="*/ 0 w 5133613"/>
              <a:gd name="csY0" fmla="*/ 0 h 6092979"/>
              <a:gd name="csX1" fmla="*/ 4537819 w 5133613"/>
              <a:gd name="csY1" fmla="*/ 0 h 6092979"/>
              <a:gd name="csX2" fmla="*/ 5133613 w 5133613"/>
              <a:gd name="csY2" fmla="*/ 595794 h 6092979"/>
              <a:gd name="csX3" fmla="*/ 5133613 w 5133613"/>
              <a:gd name="csY3" fmla="*/ 5497185 h 6092979"/>
              <a:gd name="csX4" fmla="*/ 4537819 w 5133613"/>
              <a:gd name="csY4" fmla="*/ 6092979 h 6092979"/>
              <a:gd name="csX5" fmla="*/ 0 w 5133613"/>
              <a:gd name="csY5" fmla="*/ 6092979 h 6092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133613" h="6092979">
                <a:moveTo>
                  <a:pt x="0" y="0"/>
                </a:moveTo>
                <a:lnTo>
                  <a:pt x="4537819" y="0"/>
                </a:lnTo>
                <a:cubicBezTo>
                  <a:pt x="4866867" y="0"/>
                  <a:pt x="5133613" y="266746"/>
                  <a:pt x="5133613" y="595794"/>
                </a:cubicBezTo>
                <a:lnTo>
                  <a:pt x="5133613" y="5497185"/>
                </a:lnTo>
                <a:cubicBezTo>
                  <a:pt x="5133613" y="5826233"/>
                  <a:pt x="4866867" y="6092979"/>
                  <a:pt x="4537819" y="6092979"/>
                </a:cubicBezTo>
                <a:lnTo>
                  <a:pt x="0" y="6092979"/>
                </a:lnTo>
                <a:close/>
              </a:path>
            </a:pathLst>
          </a:custGeom>
          <a:solidFill>
            <a:srgbClr val="B094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3CEFEB-F5A8-497D-85B3-580BD85D5FC5}"/>
              </a:ext>
            </a:extLst>
          </p:cNvPr>
          <p:cNvSpPr/>
          <p:nvPr/>
        </p:nvSpPr>
        <p:spPr>
          <a:xfrm rot="5400000">
            <a:off x="3341754" y="-2347531"/>
            <a:ext cx="909092" cy="5589640"/>
          </a:xfrm>
          <a:prstGeom prst="rect">
            <a:avLst/>
          </a:prstGeom>
          <a:solidFill>
            <a:srgbClr val="3C201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6B713D-A9CD-071C-02B5-858176DC2B2C}"/>
              </a:ext>
            </a:extLst>
          </p:cNvPr>
          <p:cNvSpPr/>
          <p:nvPr/>
        </p:nvSpPr>
        <p:spPr>
          <a:xfrm rot="5400000">
            <a:off x="2729005" y="-1998057"/>
            <a:ext cx="882061" cy="5397910"/>
          </a:xfrm>
          <a:prstGeom prst="rect">
            <a:avLst/>
          </a:prstGeom>
          <a:solidFill>
            <a:srgbClr val="5E2A1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141A5706-AF87-BA25-D1AC-892F6F4733BC}"/>
              </a:ext>
            </a:extLst>
          </p:cNvPr>
          <p:cNvSpPr txBox="1"/>
          <p:nvPr/>
        </p:nvSpPr>
        <p:spPr>
          <a:xfrm>
            <a:off x="371121" y="2414186"/>
            <a:ext cx="4318986" cy="251204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49351" tIns="24676" rIns="49351" bIns="246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DIMENSÕES INSTAGRAM</a:t>
            </a:r>
          </a:p>
          <a:p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Feed: 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(3:4)</a:t>
            </a:r>
            <a:endParaRPr lang="en-US" sz="2000" dirty="0">
              <a:solidFill>
                <a:schemeClr val="bg1"/>
              </a:solidFill>
              <a:highlight>
                <a:srgbClr val="1F1F1F"/>
              </a:highlight>
              <a:latin typeface="Lato Light" panose="020F030202020403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Feed (Quadrado):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Stories e Reels: 1080 x 1920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(9:16)</a:t>
            </a:r>
          </a:p>
          <a:p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Foto de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Perfil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: 320 x 320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(1:1)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Anúncios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Carrossel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): 1080 x 1080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ou</a:t>
            </a:r>
            <a:r>
              <a:rPr lang="en-US" sz="2000" dirty="0">
                <a:solidFill>
                  <a:schemeClr val="bg1"/>
                </a:solidFill>
                <a:latin typeface="Lato Light" panose="020F0302020204030203" pitchFamily="34" charset="0"/>
              </a:rPr>
              <a:t> 1080 x 1440 </a:t>
            </a:r>
            <a:r>
              <a:rPr lang="en-US" sz="2000" dirty="0" err="1">
                <a:solidFill>
                  <a:schemeClr val="bg1"/>
                </a:solidFill>
                <a:latin typeface="Lato Light" panose="020F0302020204030203" pitchFamily="34" charset="0"/>
              </a:rPr>
              <a:t>px</a:t>
            </a:r>
            <a:endParaRPr lang="en-US" sz="2000" dirty="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616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654</TotalTime>
  <Words>117</Words>
  <Application>Microsoft Office PowerPoint</Application>
  <PresentationFormat>Personalizar</PresentationFormat>
  <Paragraphs>17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Lato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Gustavo Da Silva</dc:creator>
  <cp:lastModifiedBy>Luis da Silva</cp:lastModifiedBy>
  <cp:revision>1</cp:revision>
  <dcterms:created xsi:type="dcterms:W3CDTF">2026-03-20T17:34:49Z</dcterms:created>
  <dcterms:modified xsi:type="dcterms:W3CDTF">2026-03-25T21:57:00Z</dcterms:modified>
</cp:coreProperties>
</file>